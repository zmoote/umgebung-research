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1" r:id="rId10"/>
    <p:sldId id="266" r:id="rId11"/>
    <p:sldId id="262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F1E8C7-C202-C4FC-3086-FD9AF99E61FE}" v="639" dt="2023-10-27T16:53:20.6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te, Zachary" userId="S::zachary.moote@snhu.edu::7b72a343-2deb-41dc-b154-c2425a4c7184" providerId="AD" clId="Web-{05F1E8C7-C202-C4FC-3086-FD9AF99E61FE}"/>
    <pc:docChg chg="addSld modSld">
      <pc:chgData name="Moote, Zachary" userId="S::zachary.moote@snhu.edu::7b72a343-2deb-41dc-b154-c2425a4c7184" providerId="AD" clId="Web-{05F1E8C7-C202-C4FC-3086-FD9AF99E61FE}" dt="2023-10-27T16:21:25.314" v="644"/>
      <pc:docMkLst>
        <pc:docMk/>
      </pc:docMkLst>
      <pc:sldChg chg="addSp modSp mod setBg addAnim">
        <pc:chgData name="Moote, Zachary" userId="S::zachary.moote@snhu.edu::7b72a343-2deb-41dc-b154-c2425a4c7184" providerId="AD" clId="Web-{05F1E8C7-C202-C4FC-3086-FD9AF99E61FE}" dt="2023-10-27T15:37:32.386" v="31"/>
        <pc:sldMkLst>
          <pc:docMk/>
          <pc:sldMk cId="109857222" sldId="256"/>
        </pc:sldMkLst>
        <pc:spChg chg="mod">
          <ac:chgData name="Moote, Zachary" userId="S::zachary.moote@snhu.edu::7b72a343-2deb-41dc-b154-c2425a4c7184" providerId="AD" clId="Web-{05F1E8C7-C202-C4FC-3086-FD9AF99E61FE}" dt="2023-10-27T15:37:32.386" v="29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oote, Zachary" userId="S::zachary.moote@snhu.edu::7b72a343-2deb-41dc-b154-c2425a4c7184" providerId="AD" clId="Web-{05F1E8C7-C202-C4FC-3086-FD9AF99E61FE}" dt="2023-10-27T15:37:32.386" v="29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Moote, Zachary" userId="S::zachary.moote@snhu.edu::7b72a343-2deb-41dc-b154-c2425a4c7184" providerId="AD" clId="Web-{05F1E8C7-C202-C4FC-3086-FD9AF99E61FE}" dt="2023-10-27T15:37:32.386" v="29"/>
          <ac:spMkLst>
            <pc:docMk/>
            <pc:sldMk cId="109857222" sldId="256"/>
            <ac:spMk id="5" creationId="{55CAF9FD-C567-2189-FA81-BFA48785F8F0}"/>
          </ac:spMkLst>
        </pc:spChg>
        <pc:spChg chg="add">
          <ac:chgData name="Moote, Zachary" userId="S::zachary.moote@snhu.edu::7b72a343-2deb-41dc-b154-c2425a4c7184" providerId="AD" clId="Web-{05F1E8C7-C202-C4FC-3086-FD9AF99E61FE}" dt="2023-10-27T15:37:32.386" v="29"/>
          <ac:spMkLst>
            <pc:docMk/>
            <pc:sldMk cId="109857222" sldId="256"/>
            <ac:spMk id="10" creationId="{0671A8AE-40A1-4631-A6B8-581AFF065482}"/>
          </ac:spMkLst>
        </pc:spChg>
        <pc:spChg chg="add">
          <ac:chgData name="Moote, Zachary" userId="S::zachary.moote@snhu.edu::7b72a343-2deb-41dc-b154-c2425a4c7184" providerId="AD" clId="Web-{05F1E8C7-C202-C4FC-3086-FD9AF99E61FE}" dt="2023-10-27T15:37:32.386" v="29"/>
          <ac:spMkLst>
            <pc:docMk/>
            <pc:sldMk cId="109857222" sldId="256"/>
            <ac:spMk id="12" creationId="{AB58EF07-17C2-48CF-ABB0-EEF1F17CB8F0}"/>
          </ac:spMkLst>
        </pc:spChg>
        <pc:spChg chg="add">
          <ac:chgData name="Moote, Zachary" userId="S::zachary.moote@snhu.edu::7b72a343-2deb-41dc-b154-c2425a4c7184" providerId="AD" clId="Web-{05F1E8C7-C202-C4FC-3086-FD9AF99E61FE}" dt="2023-10-27T15:37:32.386" v="29"/>
          <ac:spMkLst>
            <pc:docMk/>
            <pc:sldMk cId="109857222" sldId="256"/>
            <ac:spMk id="14" creationId="{AF2F604E-43BE-4DC3-B983-E071523364F8}"/>
          </ac:spMkLst>
        </pc:spChg>
        <pc:spChg chg="add">
          <ac:chgData name="Moote, Zachary" userId="S::zachary.moote@snhu.edu::7b72a343-2deb-41dc-b154-c2425a4c7184" providerId="AD" clId="Web-{05F1E8C7-C202-C4FC-3086-FD9AF99E61FE}" dt="2023-10-27T15:37:32.386" v="29"/>
          <ac:spMkLst>
            <pc:docMk/>
            <pc:sldMk cId="109857222" sldId="256"/>
            <ac:spMk id="16" creationId="{08C9B587-E65E-4B52-B37C-ABEBB6E87928}"/>
          </ac:spMkLst>
        </pc:spChg>
        <pc:picChg chg="add mod ord">
          <ac:chgData name="Moote, Zachary" userId="S::zachary.moote@snhu.edu::7b72a343-2deb-41dc-b154-c2425a4c7184" providerId="AD" clId="Web-{05F1E8C7-C202-C4FC-3086-FD9AF99E61FE}" dt="2023-10-27T15:37:32.386" v="29"/>
          <ac:picMkLst>
            <pc:docMk/>
            <pc:sldMk cId="109857222" sldId="256"/>
            <ac:picMk id="4" creationId="{1E6EFD75-6E59-4599-7E8D-78104150DD05}"/>
          </ac:picMkLst>
        </pc:picChg>
      </pc:sldChg>
      <pc:sldChg chg="addSp delSp modSp new mod setBg">
        <pc:chgData name="Moote, Zachary" userId="S::zachary.moote@snhu.edu::7b72a343-2deb-41dc-b154-c2425a4c7184" providerId="AD" clId="Web-{05F1E8C7-C202-C4FC-3086-FD9AF99E61FE}" dt="2023-10-27T15:40:41.014" v="59"/>
        <pc:sldMkLst>
          <pc:docMk/>
          <pc:sldMk cId="3953943176" sldId="257"/>
        </pc:sldMkLst>
        <pc:spChg chg="mod">
          <ac:chgData name="Moote, Zachary" userId="S::zachary.moote@snhu.edu::7b72a343-2deb-41dc-b154-c2425a4c7184" providerId="AD" clId="Web-{05F1E8C7-C202-C4FC-3086-FD9AF99E61FE}" dt="2023-10-27T15:40:41.014" v="59"/>
          <ac:spMkLst>
            <pc:docMk/>
            <pc:sldMk cId="3953943176" sldId="257"/>
            <ac:spMk id="2" creationId="{DE1599A2-9F9C-CFC2-9313-B1573C2C07D2}"/>
          </ac:spMkLst>
        </pc:spChg>
        <pc:spChg chg="add del mod">
          <ac:chgData name="Moote, Zachary" userId="S::zachary.moote@snhu.edu::7b72a343-2deb-41dc-b154-c2425a4c7184" providerId="AD" clId="Web-{05F1E8C7-C202-C4FC-3086-FD9AF99E61FE}" dt="2023-10-27T15:40:41.014" v="59"/>
          <ac:spMkLst>
            <pc:docMk/>
            <pc:sldMk cId="3953943176" sldId="257"/>
            <ac:spMk id="3" creationId="{460E96AA-9FF0-FA68-291B-DA819D0EE2B9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0:28.280" v="56"/>
          <ac:spMkLst>
            <pc:docMk/>
            <pc:sldMk cId="3953943176" sldId="257"/>
            <ac:spMk id="9" creationId="{35DB3719-6FDC-4E5D-891D-FF40B7300F64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0:28.280" v="56"/>
          <ac:spMkLst>
            <pc:docMk/>
            <pc:sldMk cId="3953943176" sldId="257"/>
            <ac:spMk id="11" creationId="{E0CBAC23-2E3F-4A90-BA59-F8299F6A5439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0:40.858" v="58"/>
          <ac:spMkLst>
            <pc:docMk/>
            <pc:sldMk cId="3953943176" sldId="257"/>
            <ac:spMk id="13" creationId="{AAD0DBB9-1A4B-4391-81D4-CB19F9AB918A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0:40.858" v="58"/>
          <ac:spMkLst>
            <pc:docMk/>
            <pc:sldMk cId="3953943176" sldId="257"/>
            <ac:spMk id="14" creationId="{BACC6370-2D7E-4714-9D71-7542949D7D5D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0:40.858" v="58"/>
          <ac:spMkLst>
            <pc:docMk/>
            <pc:sldMk cId="3953943176" sldId="257"/>
            <ac:spMk id="15" creationId="{063BBA22-50EA-4C4D-BE05-F1CE4E63AA56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0:40.858" v="58"/>
          <ac:spMkLst>
            <pc:docMk/>
            <pc:sldMk cId="3953943176" sldId="257"/>
            <ac:spMk id="16" creationId="{F68B3F68-107C-434F-AA38-110D5EA91B85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0:41.014" v="59"/>
          <ac:spMkLst>
            <pc:docMk/>
            <pc:sldMk cId="3953943176" sldId="257"/>
            <ac:spMk id="19" creationId="{35DB3719-6FDC-4E5D-891D-FF40B7300F64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0:41.014" v="59"/>
          <ac:spMkLst>
            <pc:docMk/>
            <pc:sldMk cId="3953943176" sldId="257"/>
            <ac:spMk id="20" creationId="{E0CBAC23-2E3F-4A90-BA59-F8299F6A5439}"/>
          </ac:spMkLst>
        </pc:spChg>
        <pc:graphicFrameChg chg="add del">
          <ac:chgData name="Moote, Zachary" userId="S::zachary.moote@snhu.edu::7b72a343-2deb-41dc-b154-c2425a4c7184" providerId="AD" clId="Web-{05F1E8C7-C202-C4FC-3086-FD9AF99E61FE}" dt="2023-10-27T15:40:28.280" v="56"/>
          <ac:graphicFrameMkLst>
            <pc:docMk/>
            <pc:sldMk cId="3953943176" sldId="257"/>
            <ac:graphicFrameMk id="5" creationId="{CEA5B55C-2B3E-5571-D40C-94A9A975D65B}"/>
          </ac:graphicFrameMkLst>
        </pc:graphicFrameChg>
        <pc:graphicFrameChg chg="add del">
          <ac:chgData name="Moote, Zachary" userId="S::zachary.moote@snhu.edu::7b72a343-2deb-41dc-b154-c2425a4c7184" providerId="AD" clId="Web-{05F1E8C7-C202-C4FC-3086-FD9AF99E61FE}" dt="2023-10-27T15:40:40.858" v="58"/>
          <ac:graphicFrameMkLst>
            <pc:docMk/>
            <pc:sldMk cId="3953943176" sldId="257"/>
            <ac:graphicFrameMk id="17" creationId="{2CEA3DB9-8062-23DA-A799-B928F3B17709}"/>
          </ac:graphicFrameMkLst>
        </pc:graphicFrameChg>
        <pc:graphicFrameChg chg="add">
          <ac:chgData name="Moote, Zachary" userId="S::zachary.moote@snhu.edu::7b72a343-2deb-41dc-b154-c2425a4c7184" providerId="AD" clId="Web-{05F1E8C7-C202-C4FC-3086-FD9AF99E61FE}" dt="2023-10-27T15:40:41.014" v="59"/>
          <ac:graphicFrameMkLst>
            <pc:docMk/>
            <pc:sldMk cId="3953943176" sldId="257"/>
            <ac:graphicFrameMk id="21" creationId="{CEA5B55C-2B3E-5571-D40C-94A9A975D65B}"/>
          </ac:graphicFrameMkLst>
        </pc:graphicFrameChg>
      </pc:sldChg>
      <pc:sldChg chg="addSp delSp modSp new mod setBg">
        <pc:chgData name="Moote, Zachary" userId="S::zachary.moote@snhu.edu::7b72a343-2deb-41dc-b154-c2425a4c7184" providerId="AD" clId="Web-{05F1E8C7-C202-C4FC-3086-FD9AF99E61FE}" dt="2023-10-27T15:42:59.642" v="94"/>
        <pc:sldMkLst>
          <pc:docMk/>
          <pc:sldMk cId="2406295892" sldId="258"/>
        </pc:sldMkLst>
        <pc:spChg chg="mod">
          <ac:chgData name="Moote, Zachary" userId="S::zachary.moote@snhu.edu::7b72a343-2deb-41dc-b154-c2425a4c7184" providerId="AD" clId="Web-{05F1E8C7-C202-C4FC-3086-FD9AF99E61FE}" dt="2023-10-27T15:42:59.642" v="94"/>
          <ac:spMkLst>
            <pc:docMk/>
            <pc:sldMk cId="2406295892" sldId="258"/>
            <ac:spMk id="2" creationId="{3BA92C54-BBF0-C38C-F8C4-B27AE6B45F90}"/>
          </ac:spMkLst>
        </pc:spChg>
        <pc:spChg chg="del">
          <ac:chgData name="Moote, Zachary" userId="S::zachary.moote@snhu.edu::7b72a343-2deb-41dc-b154-c2425a4c7184" providerId="AD" clId="Web-{05F1E8C7-C202-C4FC-3086-FD9AF99E61FE}" dt="2023-10-27T15:42:59.642" v="94"/>
          <ac:spMkLst>
            <pc:docMk/>
            <pc:sldMk cId="2406295892" sldId="258"/>
            <ac:spMk id="3" creationId="{426B3840-A629-FEE1-2F87-7501481F5DDB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59.642" v="94"/>
          <ac:spMkLst>
            <pc:docMk/>
            <pc:sldMk cId="2406295892" sldId="258"/>
            <ac:spMk id="9" creationId="{5A59F003-E00A-43F9-91DC-CC54E3B87466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59.642" v="94"/>
          <ac:spMkLst>
            <pc:docMk/>
            <pc:sldMk cId="2406295892" sldId="258"/>
            <ac:spMk id="11" creationId="{D74A4382-E3AD-430A-9A1F-DFA3E0E77A7D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59.642" v="94"/>
          <ac:spMkLst>
            <pc:docMk/>
            <pc:sldMk cId="2406295892" sldId="258"/>
            <ac:spMk id="13" creationId="{79F40191-0F44-4FD1-82CC-ACB507C14BE6}"/>
          </ac:spMkLst>
        </pc:spChg>
        <pc:picChg chg="add">
          <ac:chgData name="Moote, Zachary" userId="S::zachary.moote@snhu.edu::7b72a343-2deb-41dc-b154-c2425a4c7184" providerId="AD" clId="Web-{05F1E8C7-C202-C4FC-3086-FD9AF99E61FE}" dt="2023-10-27T15:42:59.642" v="94"/>
          <ac:picMkLst>
            <pc:docMk/>
            <pc:sldMk cId="2406295892" sldId="258"/>
            <ac:picMk id="5" creationId="{94FDCA57-4E1E-2237-1A0C-798627F5C1AA}"/>
          </ac:picMkLst>
        </pc:picChg>
      </pc:sldChg>
      <pc:sldChg chg="addSp delSp modSp new mod setBg">
        <pc:chgData name="Moote, Zachary" userId="S::zachary.moote@snhu.edu::7b72a343-2deb-41dc-b154-c2425a4c7184" providerId="AD" clId="Web-{05F1E8C7-C202-C4FC-3086-FD9AF99E61FE}" dt="2023-10-27T15:42:39.798" v="93"/>
        <pc:sldMkLst>
          <pc:docMk/>
          <pc:sldMk cId="1317437476" sldId="259"/>
        </pc:sldMkLst>
        <pc:spChg chg="mod">
          <ac:chgData name="Moote, Zachary" userId="S::zachary.moote@snhu.edu::7b72a343-2deb-41dc-b154-c2425a4c7184" providerId="AD" clId="Web-{05F1E8C7-C202-C4FC-3086-FD9AF99E61FE}" dt="2023-10-27T15:42:39.798" v="93"/>
          <ac:spMkLst>
            <pc:docMk/>
            <pc:sldMk cId="1317437476" sldId="259"/>
            <ac:spMk id="2" creationId="{FB446261-34AC-BB60-1B40-C61D0FDF7FA4}"/>
          </ac:spMkLst>
        </pc:spChg>
        <pc:spChg chg="del">
          <ac:chgData name="Moote, Zachary" userId="S::zachary.moote@snhu.edu::7b72a343-2deb-41dc-b154-c2425a4c7184" providerId="AD" clId="Web-{05F1E8C7-C202-C4FC-3086-FD9AF99E61FE}" dt="2023-10-27T15:42:39.798" v="93"/>
          <ac:spMkLst>
            <pc:docMk/>
            <pc:sldMk cId="1317437476" sldId="259"/>
            <ac:spMk id="3" creationId="{E8CC1E4E-6F46-093C-4C63-570F69115018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39.798" v="93"/>
          <ac:spMkLst>
            <pc:docMk/>
            <pc:sldMk cId="1317437476" sldId="259"/>
            <ac:spMk id="9" creationId="{5A59F003-E00A-43F9-91DC-CC54E3B87466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39.798" v="93"/>
          <ac:spMkLst>
            <pc:docMk/>
            <pc:sldMk cId="1317437476" sldId="259"/>
            <ac:spMk id="11" creationId="{D74A4382-E3AD-430A-9A1F-DFA3E0E77A7D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39.798" v="93"/>
          <ac:spMkLst>
            <pc:docMk/>
            <pc:sldMk cId="1317437476" sldId="259"/>
            <ac:spMk id="13" creationId="{79F40191-0F44-4FD1-82CC-ACB507C14BE6}"/>
          </ac:spMkLst>
        </pc:spChg>
        <pc:picChg chg="add">
          <ac:chgData name="Moote, Zachary" userId="S::zachary.moote@snhu.edu::7b72a343-2deb-41dc-b154-c2425a4c7184" providerId="AD" clId="Web-{05F1E8C7-C202-C4FC-3086-FD9AF99E61FE}" dt="2023-10-27T15:42:39.798" v="93"/>
          <ac:picMkLst>
            <pc:docMk/>
            <pc:sldMk cId="1317437476" sldId="259"/>
            <ac:picMk id="5" creationId="{15B4C5EB-2B77-62ED-33FC-36DBF72481A3}"/>
          </ac:picMkLst>
        </pc:picChg>
      </pc:sldChg>
      <pc:sldChg chg="addSp delSp modSp new mod setBg">
        <pc:chgData name="Moote, Zachary" userId="S::zachary.moote@snhu.edu::7b72a343-2deb-41dc-b154-c2425a4c7184" providerId="AD" clId="Web-{05F1E8C7-C202-C4FC-3086-FD9AF99E61FE}" dt="2023-10-27T15:42:22.142" v="92"/>
        <pc:sldMkLst>
          <pc:docMk/>
          <pc:sldMk cId="1751659676" sldId="260"/>
        </pc:sldMkLst>
        <pc:spChg chg="mod">
          <ac:chgData name="Moote, Zachary" userId="S::zachary.moote@snhu.edu::7b72a343-2deb-41dc-b154-c2425a4c7184" providerId="AD" clId="Web-{05F1E8C7-C202-C4FC-3086-FD9AF99E61FE}" dt="2023-10-27T15:42:22.142" v="92"/>
          <ac:spMkLst>
            <pc:docMk/>
            <pc:sldMk cId="1751659676" sldId="260"/>
            <ac:spMk id="2" creationId="{EC0927D5-3EF5-5ADE-B5D0-AC7AE9468FBF}"/>
          </ac:spMkLst>
        </pc:spChg>
        <pc:spChg chg="del">
          <ac:chgData name="Moote, Zachary" userId="S::zachary.moote@snhu.edu::7b72a343-2deb-41dc-b154-c2425a4c7184" providerId="AD" clId="Web-{05F1E8C7-C202-C4FC-3086-FD9AF99E61FE}" dt="2023-10-27T15:42:22.142" v="92"/>
          <ac:spMkLst>
            <pc:docMk/>
            <pc:sldMk cId="1751659676" sldId="260"/>
            <ac:spMk id="3" creationId="{EA2AD083-2C6B-EB3E-E5B2-EBC7C5DF6B97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22.142" v="92"/>
          <ac:spMkLst>
            <pc:docMk/>
            <pc:sldMk cId="1751659676" sldId="260"/>
            <ac:spMk id="9" creationId="{5A59F003-E00A-43F9-91DC-CC54E3B87466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22.142" v="92"/>
          <ac:spMkLst>
            <pc:docMk/>
            <pc:sldMk cId="1751659676" sldId="260"/>
            <ac:spMk id="11" creationId="{D74A4382-E3AD-430A-9A1F-DFA3E0E77A7D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22.142" v="92"/>
          <ac:spMkLst>
            <pc:docMk/>
            <pc:sldMk cId="1751659676" sldId="260"/>
            <ac:spMk id="13" creationId="{79F40191-0F44-4FD1-82CC-ACB507C14BE6}"/>
          </ac:spMkLst>
        </pc:spChg>
        <pc:picChg chg="add">
          <ac:chgData name="Moote, Zachary" userId="S::zachary.moote@snhu.edu::7b72a343-2deb-41dc-b154-c2425a4c7184" providerId="AD" clId="Web-{05F1E8C7-C202-C4FC-3086-FD9AF99E61FE}" dt="2023-10-27T15:42:22.142" v="92"/>
          <ac:picMkLst>
            <pc:docMk/>
            <pc:sldMk cId="1751659676" sldId="260"/>
            <ac:picMk id="5" creationId="{FD939196-D41B-4F9E-3E28-BD92B64C02F3}"/>
          </ac:picMkLst>
        </pc:picChg>
      </pc:sldChg>
      <pc:sldChg chg="addSp delSp modSp new mod setBg">
        <pc:chgData name="Moote, Zachary" userId="S::zachary.moote@snhu.edu::7b72a343-2deb-41dc-b154-c2425a4c7184" providerId="AD" clId="Web-{05F1E8C7-C202-C4FC-3086-FD9AF99E61FE}" dt="2023-10-27T15:42:10.016" v="91"/>
        <pc:sldMkLst>
          <pc:docMk/>
          <pc:sldMk cId="1476135663" sldId="261"/>
        </pc:sldMkLst>
        <pc:spChg chg="mod">
          <ac:chgData name="Moote, Zachary" userId="S::zachary.moote@snhu.edu::7b72a343-2deb-41dc-b154-c2425a4c7184" providerId="AD" clId="Web-{05F1E8C7-C202-C4FC-3086-FD9AF99E61FE}" dt="2023-10-27T15:42:10.016" v="91"/>
          <ac:spMkLst>
            <pc:docMk/>
            <pc:sldMk cId="1476135663" sldId="261"/>
            <ac:spMk id="2" creationId="{86F6FE60-7C35-A2D3-17EE-82CFCCA3A2EB}"/>
          </ac:spMkLst>
        </pc:spChg>
        <pc:spChg chg="del">
          <ac:chgData name="Moote, Zachary" userId="S::zachary.moote@snhu.edu::7b72a343-2deb-41dc-b154-c2425a4c7184" providerId="AD" clId="Web-{05F1E8C7-C202-C4FC-3086-FD9AF99E61FE}" dt="2023-10-27T15:42:10.016" v="91"/>
          <ac:spMkLst>
            <pc:docMk/>
            <pc:sldMk cId="1476135663" sldId="261"/>
            <ac:spMk id="3" creationId="{4633ADE0-1C4E-0E24-E344-8817E7F87872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10.016" v="91"/>
          <ac:spMkLst>
            <pc:docMk/>
            <pc:sldMk cId="1476135663" sldId="261"/>
            <ac:spMk id="9" creationId="{5A59F003-E00A-43F9-91DC-CC54E3B87466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10.016" v="91"/>
          <ac:spMkLst>
            <pc:docMk/>
            <pc:sldMk cId="1476135663" sldId="261"/>
            <ac:spMk id="11" creationId="{D74A4382-E3AD-430A-9A1F-DFA3E0E77A7D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2:10.016" v="91"/>
          <ac:spMkLst>
            <pc:docMk/>
            <pc:sldMk cId="1476135663" sldId="261"/>
            <ac:spMk id="13" creationId="{79F40191-0F44-4FD1-82CC-ACB507C14BE6}"/>
          </ac:spMkLst>
        </pc:spChg>
        <pc:picChg chg="add">
          <ac:chgData name="Moote, Zachary" userId="S::zachary.moote@snhu.edu::7b72a343-2deb-41dc-b154-c2425a4c7184" providerId="AD" clId="Web-{05F1E8C7-C202-C4FC-3086-FD9AF99E61FE}" dt="2023-10-27T15:42:10.016" v="91"/>
          <ac:picMkLst>
            <pc:docMk/>
            <pc:sldMk cId="1476135663" sldId="261"/>
            <ac:picMk id="5" creationId="{9D90DAB4-9DBD-1E1F-DD03-96CADF4385AF}"/>
          </ac:picMkLst>
        </pc:picChg>
      </pc:sldChg>
      <pc:sldChg chg="addSp delSp modSp new mod setBg">
        <pc:chgData name="Moote, Zachary" userId="S::zachary.moote@snhu.edu::7b72a343-2deb-41dc-b154-c2425a4c7184" providerId="AD" clId="Web-{05F1E8C7-C202-C4FC-3086-FD9AF99E61FE}" dt="2023-10-27T15:41:59.313" v="90"/>
        <pc:sldMkLst>
          <pc:docMk/>
          <pc:sldMk cId="3101197235" sldId="262"/>
        </pc:sldMkLst>
        <pc:spChg chg="mod">
          <ac:chgData name="Moote, Zachary" userId="S::zachary.moote@snhu.edu::7b72a343-2deb-41dc-b154-c2425a4c7184" providerId="AD" clId="Web-{05F1E8C7-C202-C4FC-3086-FD9AF99E61FE}" dt="2023-10-27T15:41:59.313" v="90"/>
          <ac:spMkLst>
            <pc:docMk/>
            <pc:sldMk cId="3101197235" sldId="262"/>
            <ac:spMk id="2" creationId="{E453EC0B-5FB1-FA2C-BB28-86B5211E4A10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1:59.313" v="90"/>
          <ac:spMkLst>
            <pc:docMk/>
            <pc:sldMk cId="3101197235" sldId="262"/>
            <ac:spMk id="3" creationId="{AF6B1FA7-2B8D-7FB6-02B2-BDE7DFE9F4F9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1:52.578" v="87"/>
          <ac:spMkLst>
            <pc:docMk/>
            <pc:sldMk cId="3101197235" sldId="262"/>
            <ac:spMk id="9" creationId="{5A59F003-E00A-43F9-91DC-CC54E3B87466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1:52.578" v="87"/>
          <ac:spMkLst>
            <pc:docMk/>
            <pc:sldMk cId="3101197235" sldId="262"/>
            <ac:spMk id="11" creationId="{D74A4382-E3AD-430A-9A1F-DFA3E0E77A7D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1:52.578" v="87"/>
          <ac:spMkLst>
            <pc:docMk/>
            <pc:sldMk cId="3101197235" sldId="262"/>
            <ac:spMk id="13" creationId="{79F40191-0F44-4FD1-82CC-ACB507C14BE6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1:59.282" v="89"/>
          <ac:spMkLst>
            <pc:docMk/>
            <pc:sldMk cId="3101197235" sldId="262"/>
            <ac:spMk id="15" creationId="{C1DD1A8A-57D5-4A81-AD04-532B043C5611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5:41:59.282" v="89"/>
          <ac:spMkLst>
            <pc:docMk/>
            <pc:sldMk cId="3101197235" sldId="262"/>
            <ac:spMk id="17" creationId="{007891EC-4501-44ED-A8C8-B11B6DB767AB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1:59.313" v="90"/>
          <ac:spMkLst>
            <pc:docMk/>
            <pc:sldMk cId="3101197235" sldId="262"/>
            <ac:spMk id="19" creationId="{5A59F003-E00A-43F9-91DC-CC54E3B87466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1:59.313" v="90"/>
          <ac:spMkLst>
            <pc:docMk/>
            <pc:sldMk cId="3101197235" sldId="262"/>
            <ac:spMk id="21" creationId="{D74A4382-E3AD-430A-9A1F-DFA3E0E77A7D}"/>
          </ac:spMkLst>
        </pc:spChg>
        <pc:spChg chg="add">
          <ac:chgData name="Moote, Zachary" userId="S::zachary.moote@snhu.edu::7b72a343-2deb-41dc-b154-c2425a4c7184" providerId="AD" clId="Web-{05F1E8C7-C202-C4FC-3086-FD9AF99E61FE}" dt="2023-10-27T15:41:59.313" v="90"/>
          <ac:spMkLst>
            <pc:docMk/>
            <pc:sldMk cId="3101197235" sldId="262"/>
            <ac:spMk id="22" creationId="{79F40191-0F44-4FD1-82CC-ACB507C14BE6}"/>
          </ac:spMkLst>
        </pc:spChg>
        <pc:picChg chg="add del">
          <ac:chgData name="Moote, Zachary" userId="S::zachary.moote@snhu.edu::7b72a343-2deb-41dc-b154-c2425a4c7184" providerId="AD" clId="Web-{05F1E8C7-C202-C4FC-3086-FD9AF99E61FE}" dt="2023-10-27T15:41:52.578" v="87"/>
          <ac:picMkLst>
            <pc:docMk/>
            <pc:sldMk cId="3101197235" sldId="262"/>
            <ac:picMk id="5" creationId="{C632E790-3C51-455E-6165-DC88A530019F}"/>
          </ac:picMkLst>
        </pc:picChg>
        <pc:picChg chg="add del">
          <ac:chgData name="Moote, Zachary" userId="S::zachary.moote@snhu.edu::7b72a343-2deb-41dc-b154-c2425a4c7184" providerId="AD" clId="Web-{05F1E8C7-C202-C4FC-3086-FD9AF99E61FE}" dt="2023-10-27T15:41:59.282" v="89"/>
          <ac:picMkLst>
            <pc:docMk/>
            <pc:sldMk cId="3101197235" sldId="262"/>
            <ac:picMk id="16" creationId="{9BBD1232-A07C-8161-BFDF-BD8F4679522D}"/>
          </ac:picMkLst>
        </pc:picChg>
        <pc:picChg chg="add">
          <ac:chgData name="Moote, Zachary" userId="S::zachary.moote@snhu.edu::7b72a343-2deb-41dc-b154-c2425a4c7184" providerId="AD" clId="Web-{05F1E8C7-C202-C4FC-3086-FD9AF99E61FE}" dt="2023-10-27T15:41:59.313" v="90"/>
          <ac:picMkLst>
            <pc:docMk/>
            <pc:sldMk cId="3101197235" sldId="262"/>
            <ac:picMk id="20" creationId="{C632E790-3C51-455E-6165-DC88A530019F}"/>
          </ac:picMkLst>
        </pc:picChg>
      </pc:sldChg>
      <pc:sldChg chg="addSp delSp modSp new mod setBg">
        <pc:chgData name="Moote, Zachary" userId="S::zachary.moote@snhu.edu::7b72a343-2deb-41dc-b154-c2425a4c7184" providerId="AD" clId="Web-{05F1E8C7-C202-C4FC-3086-FD9AF99E61FE}" dt="2023-10-27T16:13:32.086" v="241"/>
        <pc:sldMkLst>
          <pc:docMk/>
          <pc:sldMk cId="1040726789" sldId="263"/>
        </pc:sldMkLst>
        <pc:spChg chg="mod">
          <ac:chgData name="Moote, Zachary" userId="S::zachary.moote@snhu.edu::7b72a343-2deb-41dc-b154-c2425a4c7184" providerId="AD" clId="Web-{05F1E8C7-C202-C4FC-3086-FD9AF99E61FE}" dt="2023-10-27T16:13:32.086" v="241"/>
          <ac:spMkLst>
            <pc:docMk/>
            <pc:sldMk cId="1040726789" sldId="263"/>
            <ac:spMk id="2" creationId="{4A9E182C-7398-E20F-7EA1-E2228D6A550E}"/>
          </ac:spMkLst>
        </pc:spChg>
        <pc:spChg chg="mod ord">
          <ac:chgData name="Moote, Zachary" userId="S::zachary.moote@snhu.edu::7b72a343-2deb-41dc-b154-c2425a4c7184" providerId="AD" clId="Web-{05F1E8C7-C202-C4FC-3086-FD9AF99E61FE}" dt="2023-10-27T16:13:32.086" v="241"/>
          <ac:spMkLst>
            <pc:docMk/>
            <pc:sldMk cId="1040726789" sldId="263"/>
            <ac:spMk id="3" creationId="{60E0B50D-A0EC-5101-C057-86D8126E8E8D}"/>
          </ac:spMkLst>
        </pc:spChg>
        <pc:spChg chg="add mod ord">
          <ac:chgData name="Moote, Zachary" userId="S::zachary.moote@snhu.edu::7b72a343-2deb-41dc-b154-c2425a4c7184" providerId="AD" clId="Web-{05F1E8C7-C202-C4FC-3086-FD9AF99E61FE}" dt="2023-10-27T16:13:32.086" v="241"/>
          <ac:spMkLst>
            <pc:docMk/>
            <pc:sldMk cId="1040726789" sldId="263"/>
            <ac:spMk id="5" creationId="{392EEF57-D36C-0D36-0FA3-200D84507CA8}"/>
          </ac:spMkLst>
        </pc:spChg>
        <pc:spChg chg="add del mod">
          <ac:chgData name="Moote, Zachary" userId="S::zachary.moote@snhu.edu::7b72a343-2deb-41dc-b154-c2425a4c7184" providerId="AD" clId="Web-{05F1E8C7-C202-C4FC-3086-FD9AF99E61FE}" dt="2023-10-27T15:56:32.956" v="152"/>
          <ac:spMkLst>
            <pc:docMk/>
            <pc:sldMk cId="1040726789" sldId="263"/>
            <ac:spMk id="8" creationId="{97127046-F8E0-E723-8971-F959E3002E1B}"/>
          </ac:spMkLst>
        </pc:spChg>
        <pc:spChg chg="add mod">
          <ac:chgData name="Moote, Zachary" userId="S::zachary.moote@snhu.edu::7b72a343-2deb-41dc-b154-c2425a4c7184" providerId="AD" clId="Web-{05F1E8C7-C202-C4FC-3086-FD9AF99E61FE}" dt="2023-10-27T16:13:32.086" v="241"/>
          <ac:spMkLst>
            <pc:docMk/>
            <pc:sldMk cId="1040726789" sldId="263"/>
            <ac:spMk id="13" creationId="{1ACD6F65-F038-B30A-8C34-3EBC2B365176}"/>
          </ac:spMkLst>
        </pc:spChg>
        <pc:spChg chg="add">
          <ac:chgData name="Moote, Zachary" userId="S::zachary.moote@snhu.edu::7b72a343-2deb-41dc-b154-c2425a4c7184" providerId="AD" clId="Web-{05F1E8C7-C202-C4FC-3086-FD9AF99E61FE}" dt="2023-10-27T16:13:32.086" v="241"/>
          <ac:spMkLst>
            <pc:docMk/>
            <pc:sldMk cId="1040726789" sldId="263"/>
            <ac:spMk id="18" creationId="{A7AE9375-4664-4DB2-922D-2782A6E439AC}"/>
          </ac:spMkLst>
        </pc:spChg>
        <pc:picChg chg="add mod ord">
          <ac:chgData name="Moote, Zachary" userId="S::zachary.moote@snhu.edu::7b72a343-2deb-41dc-b154-c2425a4c7184" providerId="AD" clId="Web-{05F1E8C7-C202-C4FC-3086-FD9AF99E61FE}" dt="2023-10-27T16:13:32.086" v="241"/>
          <ac:picMkLst>
            <pc:docMk/>
            <pc:sldMk cId="1040726789" sldId="263"/>
            <ac:picMk id="4" creationId="{1E759769-D8CA-D43C-AAD4-78D27EC9C089}"/>
          </ac:picMkLst>
        </pc:picChg>
        <pc:picChg chg="add del mod">
          <ac:chgData name="Moote, Zachary" userId="S::zachary.moote@snhu.edu::7b72a343-2deb-41dc-b154-c2425a4c7184" providerId="AD" clId="Web-{05F1E8C7-C202-C4FC-3086-FD9AF99E61FE}" dt="2023-10-27T15:56:32.987" v="153"/>
          <ac:picMkLst>
            <pc:docMk/>
            <pc:sldMk cId="1040726789" sldId="263"/>
            <ac:picMk id="7" creationId="{36C6804D-119F-89A5-DA85-D1AB3E28F907}"/>
          </ac:picMkLst>
        </pc:picChg>
        <pc:picChg chg="add mod">
          <ac:chgData name="Moote, Zachary" userId="S::zachary.moote@snhu.edu::7b72a343-2deb-41dc-b154-c2425a4c7184" providerId="AD" clId="Web-{05F1E8C7-C202-C4FC-3086-FD9AF99E61FE}" dt="2023-10-27T16:13:32.086" v="241"/>
          <ac:picMkLst>
            <pc:docMk/>
            <pc:sldMk cId="1040726789" sldId="263"/>
            <ac:picMk id="10" creationId="{1ACDC188-7E54-1E2B-66C4-D308DC0418BD}"/>
          </ac:picMkLst>
        </pc:picChg>
        <pc:picChg chg="add mod">
          <ac:chgData name="Moote, Zachary" userId="S::zachary.moote@snhu.edu::7b72a343-2deb-41dc-b154-c2425a4c7184" providerId="AD" clId="Web-{05F1E8C7-C202-C4FC-3086-FD9AF99E61FE}" dt="2023-10-27T16:13:32.086" v="241"/>
          <ac:picMkLst>
            <pc:docMk/>
            <pc:sldMk cId="1040726789" sldId="263"/>
            <ac:picMk id="11" creationId="{C02073F3-C047-ECC9-13B0-5A9E77ADDFC3}"/>
          </ac:picMkLst>
        </pc:picChg>
        <pc:picChg chg="add mod ord">
          <ac:chgData name="Moote, Zachary" userId="S::zachary.moote@snhu.edu::7b72a343-2deb-41dc-b154-c2425a4c7184" providerId="AD" clId="Web-{05F1E8C7-C202-C4FC-3086-FD9AF99E61FE}" dt="2023-10-27T16:13:32.086" v="241"/>
          <ac:picMkLst>
            <pc:docMk/>
            <pc:sldMk cId="1040726789" sldId="263"/>
            <ac:picMk id="12" creationId="{3FFA8522-F5CE-C089-7D17-CE4AA23A1E23}"/>
          </ac:picMkLst>
        </pc:picChg>
        <pc:cxnChg chg="add">
          <ac:chgData name="Moote, Zachary" userId="S::zachary.moote@snhu.edu::7b72a343-2deb-41dc-b154-c2425a4c7184" providerId="AD" clId="Web-{05F1E8C7-C202-C4FC-3086-FD9AF99E61FE}" dt="2023-10-27T16:13:32.086" v="241"/>
          <ac:cxnSpMkLst>
            <pc:docMk/>
            <pc:sldMk cId="1040726789" sldId="263"/>
            <ac:cxnSpMk id="20" creationId="{EE504C98-6397-41C1-A8D8-2D9C4ED307E0}"/>
          </ac:cxnSpMkLst>
        </pc:cxnChg>
        <pc:cxnChg chg="add">
          <ac:chgData name="Moote, Zachary" userId="S::zachary.moote@snhu.edu::7b72a343-2deb-41dc-b154-c2425a4c7184" providerId="AD" clId="Web-{05F1E8C7-C202-C4FC-3086-FD9AF99E61FE}" dt="2023-10-27T16:13:32.086" v="241"/>
          <ac:cxnSpMkLst>
            <pc:docMk/>
            <pc:sldMk cId="1040726789" sldId="263"/>
            <ac:cxnSpMk id="22" creationId="{B7188D9B-1674-419B-A379-D1632A7EC3A2}"/>
          </ac:cxnSpMkLst>
        </pc:cxnChg>
      </pc:sldChg>
      <pc:sldChg chg="addSp delSp modSp new mod setBg">
        <pc:chgData name="Moote, Zachary" userId="S::zachary.moote@snhu.edu::7b72a343-2deb-41dc-b154-c2425a4c7184" providerId="AD" clId="Web-{05F1E8C7-C202-C4FC-3086-FD9AF99E61FE}" dt="2023-10-27T16:16:31.152" v="397" actId="20577"/>
        <pc:sldMkLst>
          <pc:docMk/>
          <pc:sldMk cId="3962814609" sldId="264"/>
        </pc:sldMkLst>
        <pc:spChg chg="mod">
          <ac:chgData name="Moote, Zachary" userId="S::zachary.moote@snhu.edu::7b72a343-2deb-41dc-b154-c2425a4c7184" providerId="AD" clId="Web-{05F1E8C7-C202-C4FC-3086-FD9AF99E61FE}" dt="2023-10-27T16:14:46.572" v="271"/>
          <ac:spMkLst>
            <pc:docMk/>
            <pc:sldMk cId="3962814609" sldId="264"/>
            <ac:spMk id="2" creationId="{FFE03CD1-5059-1934-4FD4-4F13AFA43678}"/>
          </ac:spMkLst>
        </pc:spChg>
        <pc:spChg chg="mod">
          <ac:chgData name="Moote, Zachary" userId="S::zachary.moote@snhu.edu::7b72a343-2deb-41dc-b154-c2425a4c7184" providerId="AD" clId="Web-{05F1E8C7-C202-C4FC-3086-FD9AF99E61FE}" dt="2023-10-27T16:16:31.152" v="397" actId="20577"/>
          <ac:spMkLst>
            <pc:docMk/>
            <pc:sldMk cId="3962814609" sldId="264"/>
            <ac:spMk id="3" creationId="{DEFB8330-B44A-69ED-40CA-0488A5AA8899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6:14:46.572" v="271"/>
          <ac:spMkLst>
            <pc:docMk/>
            <pc:sldMk cId="3962814609" sldId="264"/>
            <ac:spMk id="9" creationId="{7C432AFE-B3D2-4BFF-BF8F-96C27AFF1AC7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6:14:46.572" v="271"/>
          <ac:spMkLst>
            <pc:docMk/>
            <pc:sldMk cId="3962814609" sldId="264"/>
            <ac:spMk id="11" creationId="{AF2F604E-43BE-4DC3-B983-E071523364F8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6:14:46.572" v="271"/>
          <ac:spMkLst>
            <pc:docMk/>
            <pc:sldMk cId="3962814609" sldId="264"/>
            <ac:spMk id="13" creationId="{08C9B587-E65E-4B52-B37C-ABEBB6E87928}"/>
          </ac:spMkLst>
        </pc:spChg>
        <pc:spChg chg="add">
          <ac:chgData name="Moote, Zachary" userId="S::zachary.moote@snhu.edu::7b72a343-2deb-41dc-b154-c2425a4c7184" providerId="AD" clId="Web-{05F1E8C7-C202-C4FC-3086-FD9AF99E61FE}" dt="2023-10-27T16:14:46.572" v="271"/>
          <ac:spMkLst>
            <pc:docMk/>
            <pc:sldMk cId="3962814609" sldId="264"/>
            <ac:spMk id="18" creationId="{9AA72BD9-2C5A-4EDC-931F-5AA08EACA0F3}"/>
          </ac:spMkLst>
        </pc:spChg>
        <pc:spChg chg="add">
          <ac:chgData name="Moote, Zachary" userId="S::zachary.moote@snhu.edu::7b72a343-2deb-41dc-b154-c2425a4c7184" providerId="AD" clId="Web-{05F1E8C7-C202-C4FC-3086-FD9AF99E61FE}" dt="2023-10-27T16:14:46.572" v="271"/>
          <ac:spMkLst>
            <pc:docMk/>
            <pc:sldMk cId="3962814609" sldId="264"/>
            <ac:spMk id="20" creationId="{DD3981AC-7B61-4947-BCF3-F7AA7FA385B9}"/>
          </ac:spMkLst>
        </pc:spChg>
        <pc:spChg chg="add">
          <ac:chgData name="Moote, Zachary" userId="S::zachary.moote@snhu.edu::7b72a343-2deb-41dc-b154-c2425a4c7184" providerId="AD" clId="Web-{05F1E8C7-C202-C4FC-3086-FD9AF99E61FE}" dt="2023-10-27T16:14:46.572" v="271"/>
          <ac:spMkLst>
            <pc:docMk/>
            <pc:sldMk cId="3962814609" sldId="264"/>
            <ac:spMk id="22" creationId="{55D4142C-5077-457F-A6AD-3FECFDB39685}"/>
          </ac:spMkLst>
        </pc:spChg>
        <pc:spChg chg="add">
          <ac:chgData name="Moote, Zachary" userId="S::zachary.moote@snhu.edu::7b72a343-2deb-41dc-b154-c2425a4c7184" providerId="AD" clId="Web-{05F1E8C7-C202-C4FC-3086-FD9AF99E61FE}" dt="2023-10-27T16:14:46.572" v="271"/>
          <ac:spMkLst>
            <pc:docMk/>
            <pc:sldMk cId="3962814609" sldId="264"/>
            <ac:spMk id="24" creationId="{7A5F0580-5EE9-419F-96EE-B6529EF6E7D0}"/>
          </ac:spMkLst>
        </pc:spChg>
        <pc:picChg chg="add mod">
          <ac:chgData name="Moote, Zachary" userId="S::zachary.moote@snhu.edu::7b72a343-2deb-41dc-b154-c2425a4c7184" providerId="AD" clId="Web-{05F1E8C7-C202-C4FC-3086-FD9AF99E61FE}" dt="2023-10-27T16:14:46.572" v="271"/>
          <ac:picMkLst>
            <pc:docMk/>
            <pc:sldMk cId="3962814609" sldId="264"/>
            <ac:picMk id="5" creationId="{1FFD89C2-3AF8-74C1-46F0-6A9A796A6C00}"/>
          </ac:picMkLst>
        </pc:picChg>
      </pc:sldChg>
      <pc:sldChg chg="addSp modSp new mod setBg">
        <pc:chgData name="Moote, Zachary" userId="S::zachary.moote@snhu.edu::7b72a343-2deb-41dc-b154-c2425a4c7184" providerId="AD" clId="Web-{05F1E8C7-C202-C4FC-3086-FD9AF99E61FE}" dt="2023-10-27T16:20:28.938" v="597"/>
        <pc:sldMkLst>
          <pc:docMk/>
          <pc:sldMk cId="802720689" sldId="265"/>
        </pc:sldMkLst>
        <pc:spChg chg="mod">
          <ac:chgData name="Moote, Zachary" userId="S::zachary.moote@snhu.edu::7b72a343-2deb-41dc-b154-c2425a4c7184" providerId="AD" clId="Web-{05F1E8C7-C202-C4FC-3086-FD9AF99E61FE}" dt="2023-10-27T16:20:28.938" v="597"/>
          <ac:spMkLst>
            <pc:docMk/>
            <pc:sldMk cId="802720689" sldId="265"/>
            <ac:spMk id="2" creationId="{6DED5EB2-0F71-529E-6D04-8C5224E8C30D}"/>
          </ac:spMkLst>
        </pc:spChg>
        <pc:spChg chg="mod">
          <ac:chgData name="Moote, Zachary" userId="S::zachary.moote@snhu.edu::7b72a343-2deb-41dc-b154-c2425a4c7184" providerId="AD" clId="Web-{05F1E8C7-C202-C4FC-3086-FD9AF99E61FE}" dt="2023-10-27T16:20:28.938" v="597"/>
          <ac:spMkLst>
            <pc:docMk/>
            <pc:sldMk cId="802720689" sldId="265"/>
            <ac:spMk id="3" creationId="{2C0B2BBD-1089-25F7-962D-B7AD8C991955}"/>
          </ac:spMkLst>
        </pc:spChg>
        <pc:spChg chg="add">
          <ac:chgData name="Moote, Zachary" userId="S::zachary.moote@snhu.edu::7b72a343-2deb-41dc-b154-c2425a4c7184" providerId="AD" clId="Web-{05F1E8C7-C202-C4FC-3086-FD9AF99E61FE}" dt="2023-10-27T16:20:28.938" v="597"/>
          <ac:spMkLst>
            <pc:docMk/>
            <pc:sldMk cId="802720689" sldId="265"/>
            <ac:spMk id="9" creationId="{E8A8EAB8-D2FF-444D-B34B-7D32F106AD0E}"/>
          </ac:spMkLst>
        </pc:spChg>
        <pc:picChg chg="add">
          <ac:chgData name="Moote, Zachary" userId="S::zachary.moote@snhu.edu::7b72a343-2deb-41dc-b154-c2425a4c7184" providerId="AD" clId="Web-{05F1E8C7-C202-C4FC-3086-FD9AF99E61FE}" dt="2023-10-27T16:20:28.938" v="597"/>
          <ac:picMkLst>
            <pc:docMk/>
            <pc:sldMk cId="802720689" sldId="265"/>
            <ac:picMk id="5" creationId="{46915570-6AAE-E692-99D4-CB829237FD9B}"/>
          </ac:picMkLst>
        </pc:picChg>
        <pc:cxnChg chg="add">
          <ac:chgData name="Moote, Zachary" userId="S::zachary.moote@snhu.edu::7b72a343-2deb-41dc-b154-c2425a4c7184" providerId="AD" clId="Web-{05F1E8C7-C202-C4FC-3086-FD9AF99E61FE}" dt="2023-10-27T16:20:28.938" v="597"/>
          <ac:cxnSpMkLst>
            <pc:docMk/>
            <pc:sldMk cId="802720689" sldId="265"/>
            <ac:cxnSpMk id="11" creationId="{EEA38897-7BA3-4408-8083-3235339C4A60}"/>
          </ac:cxnSpMkLst>
        </pc:cxnChg>
        <pc:cxnChg chg="add">
          <ac:chgData name="Moote, Zachary" userId="S::zachary.moote@snhu.edu::7b72a343-2deb-41dc-b154-c2425a4c7184" providerId="AD" clId="Web-{05F1E8C7-C202-C4FC-3086-FD9AF99E61FE}" dt="2023-10-27T16:20:28.938" v="597"/>
          <ac:cxnSpMkLst>
            <pc:docMk/>
            <pc:sldMk cId="802720689" sldId="265"/>
            <ac:cxnSpMk id="13" creationId="{F11AD06B-AB20-4097-8606-5DA00DBACE88}"/>
          </ac:cxnSpMkLst>
        </pc:cxnChg>
      </pc:sldChg>
      <pc:sldChg chg="addSp delSp modSp new mod setBg addAnim">
        <pc:chgData name="Moote, Zachary" userId="S::zachary.moote@snhu.edu::7b72a343-2deb-41dc-b154-c2425a4c7184" providerId="AD" clId="Web-{05F1E8C7-C202-C4FC-3086-FD9AF99E61FE}" dt="2023-10-27T16:20:38.422" v="598"/>
        <pc:sldMkLst>
          <pc:docMk/>
          <pc:sldMk cId="112158382" sldId="266"/>
        </pc:sldMkLst>
        <pc:spChg chg="mod">
          <ac:chgData name="Moote, Zachary" userId="S::zachary.moote@snhu.edu::7b72a343-2deb-41dc-b154-c2425a4c7184" providerId="AD" clId="Web-{05F1E8C7-C202-C4FC-3086-FD9AF99E61FE}" dt="2023-10-27T16:20:38.422" v="598"/>
          <ac:spMkLst>
            <pc:docMk/>
            <pc:sldMk cId="112158382" sldId="266"/>
            <ac:spMk id="2" creationId="{D8D33818-F502-E876-8552-B01DFE495A14}"/>
          </ac:spMkLst>
        </pc:spChg>
        <pc:spChg chg="mod">
          <ac:chgData name="Moote, Zachary" userId="S::zachary.moote@snhu.edu::7b72a343-2deb-41dc-b154-c2425a4c7184" providerId="AD" clId="Web-{05F1E8C7-C202-C4FC-3086-FD9AF99E61FE}" dt="2023-10-27T16:20:38.422" v="598"/>
          <ac:spMkLst>
            <pc:docMk/>
            <pc:sldMk cId="112158382" sldId="266"/>
            <ac:spMk id="3" creationId="{18CAEDB0-CACD-7EC6-6177-93DC89F4DB6C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6:20:38.422" v="598"/>
          <ac:spMkLst>
            <pc:docMk/>
            <pc:sldMk cId="112158382" sldId="266"/>
            <ac:spMk id="9" creationId="{5A59F003-E00A-43F9-91DC-CC54E3B87466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6:20:38.422" v="598"/>
          <ac:spMkLst>
            <pc:docMk/>
            <pc:sldMk cId="112158382" sldId="266"/>
            <ac:spMk id="11" creationId="{D74A4382-E3AD-430A-9A1F-DFA3E0E77A7D}"/>
          </ac:spMkLst>
        </pc:spChg>
        <pc:spChg chg="add del">
          <ac:chgData name="Moote, Zachary" userId="S::zachary.moote@snhu.edu::7b72a343-2deb-41dc-b154-c2425a4c7184" providerId="AD" clId="Web-{05F1E8C7-C202-C4FC-3086-FD9AF99E61FE}" dt="2023-10-27T16:20:38.422" v="598"/>
          <ac:spMkLst>
            <pc:docMk/>
            <pc:sldMk cId="112158382" sldId="266"/>
            <ac:spMk id="13" creationId="{79F40191-0F44-4FD1-82CC-ACB507C14BE6}"/>
          </ac:spMkLst>
        </pc:spChg>
        <pc:spChg chg="add">
          <ac:chgData name="Moote, Zachary" userId="S::zachary.moote@snhu.edu::7b72a343-2deb-41dc-b154-c2425a4c7184" providerId="AD" clId="Web-{05F1E8C7-C202-C4FC-3086-FD9AF99E61FE}" dt="2023-10-27T16:20:38.422" v="598"/>
          <ac:spMkLst>
            <pc:docMk/>
            <pc:sldMk cId="112158382" sldId="266"/>
            <ac:spMk id="18" creationId="{E91DC736-0EF8-4F87-9146-EBF1D2EE4D3D}"/>
          </ac:spMkLst>
        </pc:spChg>
        <pc:spChg chg="add">
          <ac:chgData name="Moote, Zachary" userId="S::zachary.moote@snhu.edu::7b72a343-2deb-41dc-b154-c2425a4c7184" providerId="AD" clId="Web-{05F1E8C7-C202-C4FC-3086-FD9AF99E61FE}" dt="2023-10-27T16:20:38.422" v="598"/>
          <ac:spMkLst>
            <pc:docMk/>
            <pc:sldMk cId="112158382" sldId="266"/>
            <ac:spMk id="20" creationId="{097CD68E-23E3-4007-8847-CD0944C4F7BE}"/>
          </ac:spMkLst>
        </pc:spChg>
        <pc:spChg chg="add">
          <ac:chgData name="Moote, Zachary" userId="S::zachary.moote@snhu.edu::7b72a343-2deb-41dc-b154-c2425a4c7184" providerId="AD" clId="Web-{05F1E8C7-C202-C4FC-3086-FD9AF99E61FE}" dt="2023-10-27T16:20:38.422" v="598"/>
          <ac:spMkLst>
            <pc:docMk/>
            <pc:sldMk cId="112158382" sldId="266"/>
            <ac:spMk id="22" creationId="{AF2F604E-43BE-4DC3-B983-E071523364F8}"/>
          </ac:spMkLst>
        </pc:spChg>
        <pc:spChg chg="add">
          <ac:chgData name="Moote, Zachary" userId="S::zachary.moote@snhu.edu::7b72a343-2deb-41dc-b154-c2425a4c7184" providerId="AD" clId="Web-{05F1E8C7-C202-C4FC-3086-FD9AF99E61FE}" dt="2023-10-27T16:20:38.422" v="598"/>
          <ac:spMkLst>
            <pc:docMk/>
            <pc:sldMk cId="112158382" sldId="266"/>
            <ac:spMk id="24" creationId="{08C9B587-E65E-4B52-B37C-ABEBB6E87928}"/>
          </ac:spMkLst>
        </pc:spChg>
        <pc:picChg chg="add mod">
          <ac:chgData name="Moote, Zachary" userId="S::zachary.moote@snhu.edu::7b72a343-2deb-41dc-b154-c2425a4c7184" providerId="AD" clId="Web-{05F1E8C7-C202-C4FC-3086-FD9AF99E61FE}" dt="2023-10-27T16:20:38.422" v="598"/>
          <ac:picMkLst>
            <pc:docMk/>
            <pc:sldMk cId="112158382" sldId="266"/>
            <ac:picMk id="5" creationId="{844A1B8C-B1B4-80A1-3A92-87575A871973}"/>
          </ac:picMkLst>
        </pc:picChg>
      </pc:sldChg>
      <pc:sldChg chg="addSp delSp modSp new mod setBg">
        <pc:chgData name="Moote, Zachary" userId="S::zachary.moote@snhu.edu::7b72a343-2deb-41dc-b154-c2425a4c7184" providerId="AD" clId="Web-{05F1E8C7-C202-C4FC-3086-FD9AF99E61FE}" dt="2023-10-27T16:21:25.314" v="644"/>
        <pc:sldMkLst>
          <pc:docMk/>
          <pc:sldMk cId="3520156161" sldId="267"/>
        </pc:sldMkLst>
        <pc:spChg chg="mod">
          <ac:chgData name="Moote, Zachary" userId="S::zachary.moote@snhu.edu::7b72a343-2deb-41dc-b154-c2425a4c7184" providerId="AD" clId="Web-{05F1E8C7-C202-C4FC-3086-FD9AF99E61FE}" dt="2023-10-27T16:21:25.314" v="644"/>
          <ac:spMkLst>
            <pc:docMk/>
            <pc:sldMk cId="3520156161" sldId="267"/>
            <ac:spMk id="2" creationId="{C45CF20F-2FB7-7E6D-2070-A53B20814098}"/>
          </ac:spMkLst>
        </pc:spChg>
        <pc:spChg chg="del mod">
          <ac:chgData name="Moote, Zachary" userId="S::zachary.moote@snhu.edu::7b72a343-2deb-41dc-b154-c2425a4c7184" providerId="AD" clId="Web-{05F1E8C7-C202-C4FC-3086-FD9AF99E61FE}" dt="2023-10-27T16:21:25.314" v="644"/>
          <ac:spMkLst>
            <pc:docMk/>
            <pc:sldMk cId="3520156161" sldId="267"/>
            <ac:spMk id="3" creationId="{9B28D16F-412C-4E00-1E77-253206F93618}"/>
          </ac:spMkLst>
        </pc:spChg>
        <pc:spChg chg="add">
          <ac:chgData name="Moote, Zachary" userId="S::zachary.moote@snhu.edu::7b72a343-2deb-41dc-b154-c2425a4c7184" providerId="AD" clId="Web-{05F1E8C7-C202-C4FC-3086-FD9AF99E61FE}" dt="2023-10-27T16:21:25.314" v="644"/>
          <ac:spMkLst>
            <pc:docMk/>
            <pc:sldMk cId="3520156161" sldId="267"/>
            <ac:spMk id="9" creationId="{56E9B3E6-E277-4D68-BA48-9CB43FFBD6E2}"/>
          </ac:spMkLst>
        </pc:spChg>
        <pc:spChg chg="add">
          <ac:chgData name="Moote, Zachary" userId="S::zachary.moote@snhu.edu::7b72a343-2deb-41dc-b154-c2425a4c7184" providerId="AD" clId="Web-{05F1E8C7-C202-C4FC-3086-FD9AF99E61FE}" dt="2023-10-27T16:21:25.314" v="644"/>
          <ac:spMkLst>
            <pc:docMk/>
            <pc:sldMk cId="3520156161" sldId="267"/>
            <ac:spMk id="16" creationId="{D5B0017B-2ECA-49AF-B397-DC140825DF8D}"/>
          </ac:spMkLst>
        </pc:spChg>
        <pc:grpChg chg="add">
          <ac:chgData name="Moote, Zachary" userId="S::zachary.moote@snhu.edu::7b72a343-2deb-41dc-b154-c2425a4c7184" providerId="AD" clId="Web-{05F1E8C7-C202-C4FC-3086-FD9AF99E61FE}" dt="2023-10-27T16:21:25.314" v="644"/>
          <ac:grpSpMkLst>
            <pc:docMk/>
            <pc:sldMk cId="3520156161" sldId="267"/>
            <ac:grpSpMk id="11" creationId="{AE1C45F0-260A-458C-96ED-C1F6D2151219}"/>
          </ac:grpSpMkLst>
        </pc:grpChg>
        <pc:graphicFrameChg chg="add">
          <ac:chgData name="Moote, Zachary" userId="S::zachary.moote@snhu.edu::7b72a343-2deb-41dc-b154-c2425a4c7184" providerId="AD" clId="Web-{05F1E8C7-C202-C4FC-3086-FD9AF99E61FE}" dt="2023-10-27T16:21:25.314" v="644"/>
          <ac:graphicFrameMkLst>
            <pc:docMk/>
            <pc:sldMk cId="3520156161" sldId="267"/>
            <ac:graphicFrameMk id="5" creationId="{50A28B09-83BD-07C0-D018-90AAE59A6E5D}"/>
          </ac:graphicFrameMkLst>
        </pc:graphicFrameChg>
        <pc:cxnChg chg="add">
          <ac:chgData name="Moote, Zachary" userId="S::zachary.moote@snhu.edu::7b72a343-2deb-41dc-b154-c2425a4c7184" providerId="AD" clId="Web-{05F1E8C7-C202-C4FC-3086-FD9AF99E61FE}" dt="2023-10-27T16:21:25.314" v="644"/>
          <ac:cxnSpMkLst>
            <pc:docMk/>
            <pc:sldMk cId="3520156161" sldId="267"/>
            <ac:cxnSpMk id="18" creationId="{6CF1BAF6-AD41-4082-B212-8A1F9A2E8779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86ACB4-220D-42C4-BCB6-B9663131736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A4979B3-8568-4B43-882C-22783CF63366}">
      <dgm:prSet/>
      <dgm:spPr/>
      <dgm:t>
        <a:bodyPr/>
        <a:lstStyle/>
        <a:p>
          <a:pPr>
            <a:defRPr cap="all"/>
          </a:pPr>
          <a:r>
            <a:rPr lang="en-US"/>
            <a:t>Abstract</a:t>
          </a:r>
        </a:p>
      </dgm:t>
    </dgm:pt>
    <dgm:pt modelId="{3176DA2B-2728-486D-AF54-73501033032C}" type="parTrans" cxnId="{0B152D80-65DB-4083-B663-3C9CAFD3EB25}">
      <dgm:prSet/>
      <dgm:spPr/>
      <dgm:t>
        <a:bodyPr/>
        <a:lstStyle/>
        <a:p>
          <a:endParaRPr lang="en-US"/>
        </a:p>
      </dgm:t>
    </dgm:pt>
    <dgm:pt modelId="{0723791F-1D50-47F6-9F18-651DF45AE359}" type="sibTrans" cxnId="{0B152D80-65DB-4083-B663-3C9CAFD3EB25}">
      <dgm:prSet/>
      <dgm:spPr/>
      <dgm:t>
        <a:bodyPr/>
        <a:lstStyle/>
        <a:p>
          <a:endParaRPr lang="en-US"/>
        </a:p>
      </dgm:t>
    </dgm:pt>
    <dgm:pt modelId="{9695CA99-0A71-457E-BD53-12FEBC770A52}">
      <dgm:prSet/>
      <dgm:spPr/>
      <dgm:t>
        <a:bodyPr/>
        <a:lstStyle/>
        <a:p>
          <a:pPr>
            <a:defRPr cap="all"/>
          </a:pPr>
          <a:r>
            <a:rPr lang="en-US"/>
            <a:t>Introduction</a:t>
          </a:r>
        </a:p>
      </dgm:t>
    </dgm:pt>
    <dgm:pt modelId="{C3DDD848-EE65-48CD-98CA-D6D3EC10EB4F}" type="parTrans" cxnId="{978CF123-5CA1-4524-9FB6-9C683D6C088B}">
      <dgm:prSet/>
      <dgm:spPr/>
      <dgm:t>
        <a:bodyPr/>
        <a:lstStyle/>
        <a:p>
          <a:endParaRPr lang="en-US"/>
        </a:p>
      </dgm:t>
    </dgm:pt>
    <dgm:pt modelId="{E076F31C-FBEA-4086-A366-DDFD0661AF18}" type="sibTrans" cxnId="{978CF123-5CA1-4524-9FB6-9C683D6C088B}">
      <dgm:prSet/>
      <dgm:spPr/>
      <dgm:t>
        <a:bodyPr/>
        <a:lstStyle/>
        <a:p>
          <a:endParaRPr lang="en-US"/>
        </a:p>
      </dgm:t>
    </dgm:pt>
    <dgm:pt modelId="{BCB96883-D49F-4A91-9D05-BA96ADEC14D3}">
      <dgm:prSet/>
      <dgm:spPr/>
      <dgm:t>
        <a:bodyPr/>
        <a:lstStyle/>
        <a:p>
          <a:pPr>
            <a:defRPr cap="all"/>
          </a:pPr>
          <a:r>
            <a:rPr lang="en-US"/>
            <a:t>Methods</a:t>
          </a:r>
        </a:p>
      </dgm:t>
    </dgm:pt>
    <dgm:pt modelId="{C35F6716-E2D0-4B9D-9855-D84F16086CC7}" type="parTrans" cxnId="{90093524-259D-4535-BA70-173B9C3DDE9B}">
      <dgm:prSet/>
      <dgm:spPr/>
      <dgm:t>
        <a:bodyPr/>
        <a:lstStyle/>
        <a:p>
          <a:endParaRPr lang="en-US"/>
        </a:p>
      </dgm:t>
    </dgm:pt>
    <dgm:pt modelId="{CE2A12CF-D06E-4DA8-B34C-950EA73EC000}" type="sibTrans" cxnId="{90093524-259D-4535-BA70-173B9C3DDE9B}">
      <dgm:prSet/>
      <dgm:spPr/>
      <dgm:t>
        <a:bodyPr/>
        <a:lstStyle/>
        <a:p>
          <a:endParaRPr lang="en-US"/>
        </a:p>
      </dgm:t>
    </dgm:pt>
    <dgm:pt modelId="{CD5743C2-F310-4C7B-822D-37B1BDF5A3B5}">
      <dgm:prSet/>
      <dgm:spPr/>
      <dgm:t>
        <a:bodyPr/>
        <a:lstStyle/>
        <a:p>
          <a:pPr>
            <a:defRPr cap="all"/>
          </a:pPr>
          <a:r>
            <a:rPr lang="en-US"/>
            <a:t>Expected Results</a:t>
          </a:r>
        </a:p>
      </dgm:t>
    </dgm:pt>
    <dgm:pt modelId="{D2BA2D02-F616-45EC-962D-6C5DC4AF26C7}" type="parTrans" cxnId="{5558EEC3-E567-4A4B-B7C2-595BFE0AFDC9}">
      <dgm:prSet/>
      <dgm:spPr/>
      <dgm:t>
        <a:bodyPr/>
        <a:lstStyle/>
        <a:p>
          <a:endParaRPr lang="en-US"/>
        </a:p>
      </dgm:t>
    </dgm:pt>
    <dgm:pt modelId="{52D9C759-26F4-4AEA-A27A-32A1C27287A2}" type="sibTrans" cxnId="{5558EEC3-E567-4A4B-B7C2-595BFE0AFDC9}">
      <dgm:prSet/>
      <dgm:spPr/>
      <dgm:t>
        <a:bodyPr/>
        <a:lstStyle/>
        <a:p>
          <a:endParaRPr lang="en-US"/>
        </a:p>
      </dgm:t>
    </dgm:pt>
    <dgm:pt modelId="{C06D8D2D-C0F2-42AC-96ED-F533B2BEC4FF}">
      <dgm:prSet/>
      <dgm:spPr/>
      <dgm:t>
        <a:bodyPr/>
        <a:lstStyle/>
        <a:p>
          <a:pPr>
            <a:defRPr cap="all"/>
          </a:pPr>
          <a:r>
            <a:rPr lang="en-US"/>
            <a:t>Discussion</a:t>
          </a:r>
        </a:p>
      </dgm:t>
    </dgm:pt>
    <dgm:pt modelId="{266C2794-219F-4B09-ADD9-FC965125A555}" type="parTrans" cxnId="{C7D43827-0F5C-41B8-A8E0-F4BF2E2AD93A}">
      <dgm:prSet/>
      <dgm:spPr/>
      <dgm:t>
        <a:bodyPr/>
        <a:lstStyle/>
        <a:p>
          <a:endParaRPr lang="en-US"/>
        </a:p>
      </dgm:t>
    </dgm:pt>
    <dgm:pt modelId="{CA4DE886-69D5-4B0B-9CF2-9630357D8CDA}" type="sibTrans" cxnId="{C7D43827-0F5C-41B8-A8E0-F4BF2E2AD93A}">
      <dgm:prSet/>
      <dgm:spPr/>
      <dgm:t>
        <a:bodyPr/>
        <a:lstStyle/>
        <a:p>
          <a:endParaRPr lang="en-US"/>
        </a:p>
      </dgm:t>
    </dgm:pt>
    <dgm:pt modelId="{13E620AE-F8E5-4E1F-B258-ECA2FC64C03F}" type="pres">
      <dgm:prSet presAssocID="{7086ACB4-220D-42C4-BCB6-B96631317361}" presName="root" presStyleCnt="0">
        <dgm:presLayoutVars>
          <dgm:dir/>
          <dgm:resizeHandles val="exact"/>
        </dgm:presLayoutVars>
      </dgm:prSet>
      <dgm:spPr/>
    </dgm:pt>
    <dgm:pt modelId="{8278F5BC-19A4-4495-92F7-6D32567123D6}" type="pres">
      <dgm:prSet presAssocID="{1A4979B3-8568-4B43-882C-22783CF63366}" presName="compNode" presStyleCnt="0"/>
      <dgm:spPr/>
    </dgm:pt>
    <dgm:pt modelId="{F7539227-83DE-4819-8947-1A0CCF169A0A}" type="pres">
      <dgm:prSet presAssocID="{1A4979B3-8568-4B43-882C-22783CF63366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32C7437-AA9F-490D-B1C5-2FF024335536}" type="pres">
      <dgm:prSet presAssocID="{1A4979B3-8568-4B43-882C-22783CF6336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g"/>
        </a:ext>
      </dgm:extLst>
    </dgm:pt>
    <dgm:pt modelId="{FCF72886-280A-4FE8-ADD9-61E4C783C05D}" type="pres">
      <dgm:prSet presAssocID="{1A4979B3-8568-4B43-882C-22783CF63366}" presName="spaceRect" presStyleCnt="0"/>
      <dgm:spPr/>
    </dgm:pt>
    <dgm:pt modelId="{9A0608DE-A943-4FBA-B233-711D3C95E2E0}" type="pres">
      <dgm:prSet presAssocID="{1A4979B3-8568-4B43-882C-22783CF63366}" presName="textRect" presStyleLbl="revTx" presStyleIdx="0" presStyleCnt="5">
        <dgm:presLayoutVars>
          <dgm:chMax val="1"/>
          <dgm:chPref val="1"/>
        </dgm:presLayoutVars>
      </dgm:prSet>
      <dgm:spPr/>
    </dgm:pt>
    <dgm:pt modelId="{DE89CAEF-DC96-4919-A9F2-35970D406FD6}" type="pres">
      <dgm:prSet presAssocID="{0723791F-1D50-47F6-9F18-651DF45AE359}" presName="sibTrans" presStyleCnt="0"/>
      <dgm:spPr/>
    </dgm:pt>
    <dgm:pt modelId="{21BED33A-5D74-4D12-A56E-A40FA12B60A5}" type="pres">
      <dgm:prSet presAssocID="{9695CA99-0A71-457E-BD53-12FEBC770A52}" presName="compNode" presStyleCnt="0"/>
      <dgm:spPr/>
    </dgm:pt>
    <dgm:pt modelId="{8CADCFCB-2300-4F9B-B53A-41BD7A321834}" type="pres">
      <dgm:prSet presAssocID="{9695CA99-0A71-457E-BD53-12FEBC770A52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6D8A1F8-0B4D-454D-B824-ABA9A2B57164}" type="pres">
      <dgm:prSet presAssocID="{9695CA99-0A71-457E-BD53-12FEBC770A5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E6A9AFCF-27EF-44AA-AB3D-56219B009C6F}" type="pres">
      <dgm:prSet presAssocID="{9695CA99-0A71-457E-BD53-12FEBC770A52}" presName="spaceRect" presStyleCnt="0"/>
      <dgm:spPr/>
    </dgm:pt>
    <dgm:pt modelId="{4B246406-BFB3-4E4C-950D-C4ACE3529478}" type="pres">
      <dgm:prSet presAssocID="{9695CA99-0A71-457E-BD53-12FEBC770A52}" presName="textRect" presStyleLbl="revTx" presStyleIdx="1" presStyleCnt="5">
        <dgm:presLayoutVars>
          <dgm:chMax val="1"/>
          <dgm:chPref val="1"/>
        </dgm:presLayoutVars>
      </dgm:prSet>
      <dgm:spPr/>
    </dgm:pt>
    <dgm:pt modelId="{CB8FB460-4CB7-448B-B0EB-79F1CA88824F}" type="pres">
      <dgm:prSet presAssocID="{E076F31C-FBEA-4086-A366-DDFD0661AF18}" presName="sibTrans" presStyleCnt="0"/>
      <dgm:spPr/>
    </dgm:pt>
    <dgm:pt modelId="{C3276D70-F066-4207-BE86-7F543D366C15}" type="pres">
      <dgm:prSet presAssocID="{BCB96883-D49F-4A91-9D05-BA96ADEC14D3}" presName="compNode" presStyleCnt="0"/>
      <dgm:spPr/>
    </dgm:pt>
    <dgm:pt modelId="{265104A9-FEDE-46F0-A3DE-8E04C8A91D4E}" type="pres">
      <dgm:prSet presAssocID="{BCB96883-D49F-4A91-9D05-BA96ADEC14D3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79FC2A0-FA2D-41E2-B6A6-BC20E88D43F3}" type="pres">
      <dgm:prSet presAssocID="{BCB96883-D49F-4A91-9D05-BA96ADEC14D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Plan"/>
        </a:ext>
      </dgm:extLst>
    </dgm:pt>
    <dgm:pt modelId="{B3EC6F66-A602-43CF-9DEE-782B1B19FF81}" type="pres">
      <dgm:prSet presAssocID="{BCB96883-D49F-4A91-9D05-BA96ADEC14D3}" presName="spaceRect" presStyleCnt="0"/>
      <dgm:spPr/>
    </dgm:pt>
    <dgm:pt modelId="{95CA7A99-7CCE-49DB-981F-90A8D07B37B1}" type="pres">
      <dgm:prSet presAssocID="{BCB96883-D49F-4A91-9D05-BA96ADEC14D3}" presName="textRect" presStyleLbl="revTx" presStyleIdx="2" presStyleCnt="5">
        <dgm:presLayoutVars>
          <dgm:chMax val="1"/>
          <dgm:chPref val="1"/>
        </dgm:presLayoutVars>
      </dgm:prSet>
      <dgm:spPr/>
    </dgm:pt>
    <dgm:pt modelId="{8C373682-A777-4F92-8178-6710BCC8B8D0}" type="pres">
      <dgm:prSet presAssocID="{CE2A12CF-D06E-4DA8-B34C-950EA73EC000}" presName="sibTrans" presStyleCnt="0"/>
      <dgm:spPr/>
    </dgm:pt>
    <dgm:pt modelId="{1C39977B-279E-44A6-90E7-B451CE152ACA}" type="pres">
      <dgm:prSet presAssocID="{CD5743C2-F310-4C7B-822D-37B1BDF5A3B5}" presName="compNode" presStyleCnt="0"/>
      <dgm:spPr/>
    </dgm:pt>
    <dgm:pt modelId="{AEC7CB93-61C2-4175-ABDE-CB1CBD45C223}" type="pres">
      <dgm:prSet presAssocID="{CD5743C2-F310-4C7B-822D-37B1BDF5A3B5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096D4D9-CBBE-4B22-9D0B-D1624C6B02D6}" type="pres">
      <dgm:prSet presAssocID="{CD5743C2-F310-4C7B-822D-37B1BDF5A3B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Case"/>
        </a:ext>
      </dgm:extLst>
    </dgm:pt>
    <dgm:pt modelId="{E8047BBE-9EAD-4FE8-9F5A-FF99067DD7DB}" type="pres">
      <dgm:prSet presAssocID="{CD5743C2-F310-4C7B-822D-37B1BDF5A3B5}" presName="spaceRect" presStyleCnt="0"/>
      <dgm:spPr/>
    </dgm:pt>
    <dgm:pt modelId="{A1DFEA52-A4A9-4D14-9480-A32F2A6124A7}" type="pres">
      <dgm:prSet presAssocID="{CD5743C2-F310-4C7B-822D-37B1BDF5A3B5}" presName="textRect" presStyleLbl="revTx" presStyleIdx="3" presStyleCnt="5">
        <dgm:presLayoutVars>
          <dgm:chMax val="1"/>
          <dgm:chPref val="1"/>
        </dgm:presLayoutVars>
      </dgm:prSet>
      <dgm:spPr/>
    </dgm:pt>
    <dgm:pt modelId="{3E5C6C84-7F33-44F9-9078-D494C536A9DA}" type="pres">
      <dgm:prSet presAssocID="{52D9C759-26F4-4AEA-A27A-32A1C27287A2}" presName="sibTrans" presStyleCnt="0"/>
      <dgm:spPr/>
    </dgm:pt>
    <dgm:pt modelId="{9376F48B-7B40-4FA9-A65F-D771764B3F0B}" type="pres">
      <dgm:prSet presAssocID="{C06D8D2D-C0F2-42AC-96ED-F533B2BEC4FF}" presName="compNode" presStyleCnt="0"/>
      <dgm:spPr/>
    </dgm:pt>
    <dgm:pt modelId="{26687713-2210-4ED0-BADB-920A596218BC}" type="pres">
      <dgm:prSet presAssocID="{C06D8D2D-C0F2-42AC-96ED-F533B2BEC4FF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0DD8AEA-5BA3-49B8-A204-B3E519A9A872}" type="pres">
      <dgm:prSet presAssocID="{C06D8D2D-C0F2-42AC-96ED-F533B2BEC4F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ent"/>
        </a:ext>
      </dgm:extLst>
    </dgm:pt>
    <dgm:pt modelId="{F10B9158-1455-4E29-B9E8-DEF65CC16EBD}" type="pres">
      <dgm:prSet presAssocID="{C06D8D2D-C0F2-42AC-96ED-F533B2BEC4FF}" presName="spaceRect" presStyleCnt="0"/>
      <dgm:spPr/>
    </dgm:pt>
    <dgm:pt modelId="{B105E176-195B-4218-9836-4E6190F51560}" type="pres">
      <dgm:prSet presAssocID="{C06D8D2D-C0F2-42AC-96ED-F533B2BEC4F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F938A01-6A5D-43EE-A24B-22329BF155DF}" type="presOf" srcId="{BCB96883-D49F-4A91-9D05-BA96ADEC14D3}" destId="{95CA7A99-7CCE-49DB-981F-90A8D07B37B1}" srcOrd="0" destOrd="0" presId="urn:microsoft.com/office/officeart/2018/5/layout/IconLeafLabelList"/>
    <dgm:cxn modelId="{978CF123-5CA1-4524-9FB6-9C683D6C088B}" srcId="{7086ACB4-220D-42C4-BCB6-B96631317361}" destId="{9695CA99-0A71-457E-BD53-12FEBC770A52}" srcOrd="1" destOrd="0" parTransId="{C3DDD848-EE65-48CD-98CA-D6D3EC10EB4F}" sibTransId="{E076F31C-FBEA-4086-A366-DDFD0661AF18}"/>
    <dgm:cxn modelId="{90093524-259D-4535-BA70-173B9C3DDE9B}" srcId="{7086ACB4-220D-42C4-BCB6-B96631317361}" destId="{BCB96883-D49F-4A91-9D05-BA96ADEC14D3}" srcOrd="2" destOrd="0" parTransId="{C35F6716-E2D0-4B9D-9855-D84F16086CC7}" sibTransId="{CE2A12CF-D06E-4DA8-B34C-950EA73EC000}"/>
    <dgm:cxn modelId="{71D81926-C836-42A7-A0B7-79A145898186}" type="presOf" srcId="{1A4979B3-8568-4B43-882C-22783CF63366}" destId="{9A0608DE-A943-4FBA-B233-711D3C95E2E0}" srcOrd="0" destOrd="0" presId="urn:microsoft.com/office/officeart/2018/5/layout/IconLeafLabelList"/>
    <dgm:cxn modelId="{C7D43827-0F5C-41B8-A8E0-F4BF2E2AD93A}" srcId="{7086ACB4-220D-42C4-BCB6-B96631317361}" destId="{C06D8D2D-C0F2-42AC-96ED-F533B2BEC4FF}" srcOrd="4" destOrd="0" parTransId="{266C2794-219F-4B09-ADD9-FC965125A555}" sibTransId="{CA4DE886-69D5-4B0B-9CF2-9630357D8CDA}"/>
    <dgm:cxn modelId="{B1AC1953-171A-48BB-8536-0548BAA0C570}" type="presOf" srcId="{CD5743C2-F310-4C7B-822D-37B1BDF5A3B5}" destId="{A1DFEA52-A4A9-4D14-9480-A32F2A6124A7}" srcOrd="0" destOrd="0" presId="urn:microsoft.com/office/officeart/2018/5/layout/IconLeafLabelList"/>
    <dgm:cxn modelId="{0B152D80-65DB-4083-B663-3C9CAFD3EB25}" srcId="{7086ACB4-220D-42C4-BCB6-B96631317361}" destId="{1A4979B3-8568-4B43-882C-22783CF63366}" srcOrd="0" destOrd="0" parTransId="{3176DA2B-2728-486D-AF54-73501033032C}" sibTransId="{0723791F-1D50-47F6-9F18-651DF45AE359}"/>
    <dgm:cxn modelId="{90FD589F-BCEB-4DDA-9019-06C9C7605BC3}" type="presOf" srcId="{9695CA99-0A71-457E-BD53-12FEBC770A52}" destId="{4B246406-BFB3-4E4C-950D-C4ACE3529478}" srcOrd="0" destOrd="0" presId="urn:microsoft.com/office/officeart/2018/5/layout/IconLeafLabelList"/>
    <dgm:cxn modelId="{0CD22EAA-8357-4D17-A693-DEA714B80E7E}" type="presOf" srcId="{C06D8D2D-C0F2-42AC-96ED-F533B2BEC4FF}" destId="{B105E176-195B-4218-9836-4E6190F51560}" srcOrd="0" destOrd="0" presId="urn:microsoft.com/office/officeart/2018/5/layout/IconLeafLabelList"/>
    <dgm:cxn modelId="{5558EEC3-E567-4A4B-B7C2-595BFE0AFDC9}" srcId="{7086ACB4-220D-42C4-BCB6-B96631317361}" destId="{CD5743C2-F310-4C7B-822D-37B1BDF5A3B5}" srcOrd="3" destOrd="0" parTransId="{D2BA2D02-F616-45EC-962D-6C5DC4AF26C7}" sibTransId="{52D9C759-26F4-4AEA-A27A-32A1C27287A2}"/>
    <dgm:cxn modelId="{69C1E7ED-FD5F-4957-B73B-2412A52A29B3}" type="presOf" srcId="{7086ACB4-220D-42C4-BCB6-B96631317361}" destId="{13E620AE-F8E5-4E1F-B258-ECA2FC64C03F}" srcOrd="0" destOrd="0" presId="urn:microsoft.com/office/officeart/2018/5/layout/IconLeafLabelList"/>
    <dgm:cxn modelId="{7CD4A7BB-4610-4AFE-A707-C336A06A8D11}" type="presParOf" srcId="{13E620AE-F8E5-4E1F-B258-ECA2FC64C03F}" destId="{8278F5BC-19A4-4495-92F7-6D32567123D6}" srcOrd="0" destOrd="0" presId="urn:microsoft.com/office/officeart/2018/5/layout/IconLeafLabelList"/>
    <dgm:cxn modelId="{9F75923F-954A-413C-9746-D3AE3F7129D0}" type="presParOf" srcId="{8278F5BC-19A4-4495-92F7-6D32567123D6}" destId="{F7539227-83DE-4819-8947-1A0CCF169A0A}" srcOrd="0" destOrd="0" presId="urn:microsoft.com/office/officeart/2018/5/layout/IconLeafLabelList"/>
    <dgm:cxn modelId="{EE58D49D-2787-48B4-82E5-54C02B8BD32C}" type="presParOf" srcId="{8278F5BC-19A4-4495-92F7-6D32567123D6}" destId="{832C7437-AA9F-490D-B1C5-2FF024335536}" srcOrd="1" destOrd="0" presId="urn:microsoft.com/office/officeart/2018/5/layout/IconLeafLabelList"/>
    <dgm:cxn modelId="{EF717C10-3BC5-4083-A2D5-3D301971F7B2}" type="presParOf" srcId="{8278F5BC-19A4-4495-92F7-6D32567123D6}" destId="{FCF72886-280A-4FE8-ADD9-61E4C783C05D}" srcOrd="2" destOrd="0" presId="urn:microsoft.com/office/officeart/2018/5/layout/IconLeafLabelList"/>
    <dgm:cxn modelId="{41CB1052-6028-42AE-B932-81A4905A36DA}" type="presParOf" srcId="{8278F5BC-19A4-4495-92F7-6D32567123D6}" destId="{9A0608DE-A943-4FBA-B233-711D3C95E2E0}" srcOrd="3" destOrd="0" presId="urn:microsoft.com/office/officeart/2018/5/layout/IconLeafLabelList"/>
    <dgm:cxn modelId="{FDDE959B-2BB5-4364-A680-A80A510B2E02}" type="presParOf" srcId="{13E620AE-F8E5-4E1F-B258-ECA2FC64C03F}" destId="{DE89CAEF-DC96-4919-A9F2-35970D406FD6}" srcOrd="1" destOrd="0" presId="urn:microsoft.com/office/officeart/2018/5/layout/IconLeafLabelList"/>
    <dgm:cxn modelId="{BFE83E6E-198F-46D3-9427-F0D3E1E40F6A}" type="presParOf" srcId="{13E620AE-F8E5-4E1F-B258-ECA2FC64C03F}" destId="{21BED33A-5D74-4D12-A56E-A40FA12B60A5}" srcOrd="2" destOrd="0" presId="urn:microsoft.com/office/officeart/2018/5/layout/IconLeafLabelList"/>
    <dgm:cxn modelId="{1D44A67D-6230-42B5-B5FE-F9DAA76A9D27}" type="presParOf" srcId="{21BED33A-5D74-4D12-A56E-A40FA12B60A5}" destId="{8CADCFCB-2300-4F9B-B53A-41BD7A321834}" srcOrd="0" destOrd="0" presId="urn:microsoft.com/office/officeart/2018/5/layout/IconLeafLabelList"/>
    <dgm:cxn modelId="{1F624976-86C1-49FE-8ABC-68455CBA6AC7}" type="presParOf" srcId="{21BED33A-5D74-4D12-A56E-A40FA12B60A5}" destId="{96D8A1F8-0B4D-454D-B824-ABA9A2B57164}" srcOrd="1" destOrd="0" presId="urn:microsoft.com/office/officeart/2018/5/layout/IconLeafLabelList"/>
    <dgm:cxn modelId="{6146C2F0-CD88-4CCE-A760-5980E5BE9D5C}" type="presParOf" srcId="{21BED33A-5D74-4D12-A56E-A40FA12B60A5}" destId="{E6A9AFCF-27EF-44AA-AB3D-56219B009C6F}" srcOrd="2" destOrd="0" presId="urn:microsoft.com/office/officeart/2018/5/layout/IconLeafLabelList"/>
    <dgm:cxn modelId="{D772AE6E-6978-4A3C-8A60-73388830E067}" type="presParOf" srcId="{21BED33A-5D74-4D12-A56E-A40FA12B60A5}" destId="{4B246406-BFB3-4E4C-950D-C4ACE3529478}" srcOrd="3" destOrd="0" presId="urn:microsoft.com/office/officeart/2018/5/layout/IconLeafLabelList"/>
    <dgm:cxn modelId="{D7BD5973-225F-4667-961F-29C4EA987589}" type="presParOf" srcId="{13E620AE-F8E5-4E1F-B258-ECA2FC64C03F}" destId="{CB8FB460-4CB7-448B-B0EB-79F1CA88824F}" srcOrd="3" destOrd="0" presId="urn:microsoft.com/office/officeart/2018/5/layout/IconLeafLabelList"/>
    <dgm:cxn modelId="{94640235-FE54-4913-8E0C-A3B26302E2DC}" type="presParOf" srcId="{13E620AE-F8E5-4E1F-B258-ECA2FC64C03F}" destId="{C3276D70-F066-4207-BE86-7F543D366C15}" srcOrd="4" destOrd="0" presId="urn:microsoft.com/office/officeart/2018/5/layout/IconLeafLabelList"/>
    <dgm:cxn modelId="{B846423D-A6E4-4552-BE2A-1A6C61005A01}" type="presParOf" srcId="{C3276D70-F066-4207-BE86-7F543D366C15}" destId="{265104A9-FEDE-46F0-A3DE-8E04C8A91D4E}" srcOrd="0" destOrd="0" presId="urn:microsoft.com/office/officeart/2018/5/layout/IconLeafLabelList"/>
    <dgm:cxn modelId="{9C377142-3FE9-4F04-B08A-A1832724CC6F}" type="presParOf" srcId="{C3276D70-F066-4207-BE86-7F543D366C15}" destId="{F79FC2A0-FA2D-41E2-B6A6-BC20E88D43F3}" srcOrd="1" destOrd="0" presId="urn:microsoft.com/office/officeart/2018/5/layout/IconLeafLabelList"/>
    <dgm:cxn modelId="{AE5B7B15-6266-41FC-8600-894037836D15}" type="presParOf" srcId="{C3276D70-F066-4207-BE86-7F543D366C15}" destId="{B3EC6F66-A602-43CF-9DEE-782B1B19FF81}" srcOrd="2" destOrd="0" presId="urn:microsoft.com/office/officeart/2018/5/layout/IconLeafLabelList"/>
    <dgm:cxn modelId="{D00D0F2F-4BA3-4D0D-9908-5442BE097E65}" type="presParOf" srcId="{C3276D70-F066-4207-BE86-7F543D366C15}" destId="{95CA7A99-7CCE-49DB-981F-90A8D07B37B1}" srcOrd="3" destOrd="0" presId="urn:microsoft.com/office/officeart/2018/5/layout/IconLeafLabelList"/>
    <dgm:cxn modelId="{4926E54E-E986-411A-AC01-913F6A0C632E}" type="presParOf" srcId="{13E620AE-F8E5-4E1F-B258-ECA2FC64C03F}" destId="{8C373682-A777-4F92-8178-6710BCC8B8D0}" srcOrd="5" destOrd="0" presId="urn:microsoft.com/office/officeart/2018/5/layout/IconLeafLabelList"/>
    <dgm:cxn modelId="{07122F4F-BF99-411A-8A57-81F94F0F79A2}" type="presParOf" srcId="{13E620AE-F8E5-4E1F-B258-ECA2FC64C03F}" destId="{1C39977B-279E-44A6-90E7-B451CE152ACA}" srcOrd="6" destOrd="0" presId="urn:microsoft.com/office/officeart/2018/5/layout/IconLeafLabelList"/>
    <dgm:cxn modelId="{EBD3C19A-4E02-4A67-BBBC-0022F1F1EA15}" type="presParOf" srcId="{1C39977B-279E-44A6-90E7-B451CE152ACA}" destId="{AEC7CB93-61C2-4175-ABDE-CB1CBD45C223}" srcOrd="0" destOrd="0" presId="urn:microsoft.com/office/officeart/2018/5/layout/IconLeafLabelList"/>
    <dgm:cxn modelId="{C0A00F58-E406-4ACF-912D-29FC5213E2BD}" type="presParOf" srcId="{1C39977B-279E-44A6-90E7-B451CE152ACA}" destId="{8096D4D9-CBBE-4B22-9D0B-D1624C6B02D6}" srcOrd="1" destOrd="0" presId="urn:microsoft.com/office/officeart/2018/5/layout/IconLeafLabelList"/>
    <dgm:cxn modelId="{7255637F-C3B4-43DC-A466-F56FB0C5F63B}" type="presParOf" srcId="{1C39977B-279E-44A6-90E7-B451CE152ACA}" destId="{E8047BBE-9EAD-4FE8-9F5A-FF99067DD7DB}" srcOrd="2" destOrd="0" presId="urn:microsoft.com/office/officeart/2018/5/layout/IconLeafLabelList"/>
    <dgm:cxn modelId="{24E2F92D-DCA3-4CD8-9902-BC76107B0FCB}" type="presParOf" srcId="{1C39977B-279E-44A6-90E7-B451CE152ACA}" destId="{A1DFEA52-A4A9-4D14-9480-A32F2A6124A7}" srcOrd="3" destOrd="0" presId="urn:microsoft.com/office/officeart/2018/5/layout/IconLeafLabelList"/>
    <dgm:cxn modelId="{904CECC0-46F0-4C8F-A6E8-22B81518F76D}" type="presParOf" srcId="{13E620AE-F8E5-4E1F-B258-ECA2FC64C03F}" destId="{3E5C6C84-7F33-44F9-9078-D494C536A9DA}" srcOrd="7" destOrd="0" presId="urn:microsoft.com/office/officeart/2018/5/layout/IconLeafLabelList"/>
    <dgm:cxn modelId="{A5F0A692-1B4E-4DA7-894A-703B90ACCC55}" type="presParOf" srcId="{13E620AE-F8E5-4E1F-B258-ECA2FC64C03F}" destId="{9376F48B-7B40-4FA9-A65F-D771764B3F0B}" srcOrd="8" destOrd="0" presId="urn:microsoft.com/office/officeart/2018/5/layout/IconLeafLabelList"/>
    <dgm:cxn modelId="{B5389B1D-660F-4A06-BBF3-46CD611FEDA3}" type="presParOf" srcId="{9376F48B-7B40-4FA9-A65F-D771764B3F0B}" destId="{26687713-2210-4ED0-BADB-920A596218BC}" srcOrd="0" destOrd="0" presId="urn:microsoft.com/office/officeart/2018/5/layout/IconLeafLabelList"/>
    <dgm:cxn modelId="{BC5A42F9-C7E2-4151-BA0B-43C26B25FBD3}" type="presParOf" srcId="{9376F48B-7B40-4FA9-A65F-D771764B3F0B}" destId="{20DD8AEA-5BA3-49B8-A204-B3E519A9A872}" srcOrd="1" destOrd="0" presId="urn:microsoft.com/office/officeart/2018/5/layout/IconLeafLabelList"/>
    <dgm:cxn modelId="{0B48CD7B-AF0A-4F51-A4AD-376CFE63B482}" type="presParOf" srcId="{9376F48B-7B40-4FA9-A65F-D771764B3F0B}" destId="{F10B9158-1455-4E29-B9E8-DEF65CC16EBD}" srcOrd="2" destOrd="0" presId="urn:microsoft.com/office/officeart/2018/5/layout/IconLeafLabelList"/>
    <dgm:cxn modelId="{CF5FF728-D8B9-4342-812A-EEC8B757F35F}" type="presParOf" srcId="{9376F48B-7B40-4FA9-A65F-D771764B3F0B}" destId="{B105E176-195B-4218-9836-4E6190F5156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03A8A5-4CAA-4A78-A8E4-A48716839D5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B132943-4236-4393-B5FD-634E755427CC}">
      <dgm:prSet/>
      <dgm:spPr/>
      <dgm:t>
        <a:bodyPr/>
        <a:lstStyle/>
        <a:p>
          <a:r>
            <a:rPr lang="en-US"/>
            <a:t>This project would allow for experimental verification of GR</a:t>
          </a:r>
        </a:p>
      </dgm:t>
    </dgm:pt>
    <dgm:pt modelId="{784EC783-AB55-4B3F-B76D-D8E6E3F9DB09}" type="parTrans" cxnId="{209D6DDA-1FD8-40F2-9AD5-C7978EE52A82}">
      <dgm:prSet/>
      <dgm:spPr/>
      <dgm:t>
        <a:bodyPr/>
        <a:lstStyle/>
        <a:p>
          <a:endParaRPr lang="en-US"/>
        </a:p>
      </dgm:t>
    </dgm:pt>
    <dgm:pt modelId="{C5E607B8-4D48-4441-A597-A93DA4AEAFD2}" type="sibTrans" cxnId="{209D6DDA-1FD8-40F2-9AD5-C7978EE52A82}">
      <dgm:prSet/>
      <dgm:spPr/>
      <dgm:t>
        <a:bodyPr/>
        <a:lstStyle/>
        <a:p>
          <a:endParaRPr lang="en-US"/>
        </a:p>
      </dgm:t>
    </dgm:pt>
    <dgm:pt modelId="{67B3B96B-D936-4B90-A2E1-E1F1A16216CE}">
      <dgm:prSet/>
      <dgm:spPr/>
      <dgm:t>
        <a:bodyPr/>
        <a:lstStyle/>
        <a:p>
          <a:r>
            <a:rPr lang="en-US"/>
            <a:t>Cost-effective</a:t>
          </a:r>
        </a:p>
      </dgm:t>
    </dgm:pt>
    <dgm:pt modelId="{677D193C-691F-4E07-81E1-FD74777A14D9}" type="parTrans" cxnId="{01E3268D-FABF-4D1C-99F6-34AFC5C4C5FB}">
      <dgm:prSet/>
      <dgm:spPr/>
      <dgm:t>
        <a:bodyPr/>
        <a:lstStyle/>
        <a:p>
          <a:endParaRPr lang="en-US"/>
        </a:p>
      </dgm:t>
    </dgm:pt>
    <dgm:pt modelId="{C9174387-5B11-4C9B-A336-617D96546937}" type="sibTrans" cxnId="{01E3268D-FABF-4D1C-99F6-34AFC5C4C5FB}">
      <dgm:prSet/>
      <dgm:spPr/>
      <dgm:t>
        <a:bodyPr/>
        <a:lstStyle/>
        <a:p>
          <a:endParaRPr lang="en-US"/>
        </a:p>
      </dgm:t>
    </dgm:pt>
    <dgm:pt modelId="{56A52995-D49E-458C-AF1E-66BB6E64977A}">
      <dgm:prSet/>
      <dgm:spPr/>
      <dgm:t>
        <a:bodyPr/>
        <a:lstStyle/>
        <a:p>
          <a:r>
            <a:rPr lang="en-US"/>
            <a:t>Great undergrad topic</a:t>
          </a:r>
        </a:p>
      </dgm:t>
    </dgm:pt>
    <dgm:pt modelId="{2491F0DD-9D4A-4A1E-8D67-8C077D2F2948}" type="parTrans" cxnId="{FE30E204-0F58-4C1E-A59E-7360A5165B96}">
      <dgm:prSet/>
      <dgm:spPr/>
      <dgm:t>
        <a:bodyPr/>
        <a:lstStyle/>
        <a:p>
          <a:endParaRPr lang="en-US"/>
        </a:p>
      </dgm:t>
    </dgm:pt>
    <dgm:pt modelId="{31FCAB06-EC5A-447A-9CEF-B4F211349A21}" type="sibTrans" cxnId="{FE30E204-0F58-4C1E-A59E-7360A5165B96}">
      <dgm:prSet/>
      <dgm:spPr/>
      <dgm:t>
        <a:bodyPr/>
        <a:lstStyle/>
        <a:p>
          <a:endParaRPr lang="en-US"/>
        </a:p>
      </dgm:t>
    </dgm:pt>
    <dgm:pt modelId="{9BCFCFA8-1BE1-458F-AA6B-BBDE577449FB}" type="pres">
      <dgm:prSet presAssocID="{1103A8A5-4CAA-4A78-A8E4-A48716839D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F1668E-9C49-4584-97F5-B5DE7DB8C62A}" type="pres">
      <dgm:prSet presAssocID="{4B132943-4236-4393-B5FD-634E755427CC}" presName="hierRoot1" presStyleCnt="0"/>
      <dgm:spPr/>
    </dgm:pt>
    <dgm:pt modelId="{802A72F9-4E19-45E4-AE6A-B1C9F1BC188F}" type="pres">
      <dgm:prSet presAssocID="{4B132943-4236-4393-B5FD-634E755427CC}" presName="composite" presStyleCnt="0"/>
      <dgm:spPr/>
    </dgm:pt>
    <dgm:pt modelId="{619B3741-3D72-46A2-9E7D-299DCE3EBA66}" type="pres">
      <dgm:prSet presAssocID="{4B132943-4236-4393-B5FD-634E755427CC}" presName="background" presStyleLbl="node0" presStyleIdx="0" presStyleCnt="3"/>
      <dgm:spPr/>
    </dgm:pt>
    <dgm:pt modelId="{1657B6D0-3E75-4843-83F2-D713B27622FC}" type="pres">
      <dgm:prSet presAssocID="{4B132943-4236-4393-B5FD-634E755427CC}" presName="text" presStyleLbl="fgAcc0" presStyleIdx="0" presStyleCnt="3">
        <dgm:presLayoutVars>
          <dgm:chPref val="3"/>
        </dgm:presLayoutVars>
      </dgm:prSet>
      <dgm:spPr/>
    </dgm:pt>
    <dgm:pt modelId="{DB09083D-96C0-4B27-9B5B-CB98665D59CF}" type="pres">
      <dgm:prSet presAssocID="{4B132943-4236-4393-B5FD-634E755427CC}" presName="hierChild2" presStyleCnt="0"/>
      <dgm:spPr/>
    </dgm:pt>
    <dgm:pt modelId="{D6177A27-7A59-4FC6-9CCC-EFC8439F6F35}" type="pres">
      <dgm:prSet presAssocID="{67B3B96B-D936-4B90-A2E1-E1F1A16216CE}" presName="hierRoot1" presStyleCnt="0"/>
      <dgm:spPr/>
    </dgm:pt>
    <dgm:pt modelId="{ACA207CC-A25F-4D06-A73F-50A2AA71BD64}" type="pres">
      <dgm:prSet presAssocID="{67B3B96B-D936-4B90-A2E1-E1F1A16216CE}" presName="composite" presStyleCnt="0"/>
      <dgm:spPr/>
    </dgm:pt>
    <dgm:pt modelId="{81DEA655-E51B-4B88-A01B-A060AC647891}" type="pres">
      <dgm:prSet presAssocID="{67B3B96B-D936-4B90-A2E1-E1F1A16216CE}" presName="background" presStyleLbl="node0" presStyleIdx="1" presStyleCnt="3"/>
      <dgm:spPr/>
    </dgm:pt>
    <dgm:pt modelId="{29CBED21-2631-46EB-888F-8337C9256846}" type="pres">
      <dgm:prSet presAssocID="{67B3B96B-D936-4B90-A2E1-E1F1A16216CE}" presName="text" presStyleLbl="fgAcc0" presStyleIdx="1" presStyleCnt="3">
        <dgm:presLayoutVars>
          <dgm:chPref val="3"/>
        </dgm:presLayoutVars>
      </dgm:prSet>
      <dgm:spPr/>
    </dgm:pt>
    <dgm:pt modelId="{2074F0F3-6F2A-499A-9235-A8512DAD7758}" type="pres">
      <dgm:prSet presAssocID="{67B3B96B-D936-4B90-A2E1-E1F1A16216CE}" presName="hierChild2" presStyleCnt="0"/>
      <dgm:spPr/>
    </dgm:pt>
    <dgm:pt modelId="{4A65ADC7-587A-422E-A24D-30F8B48707C0}" type="pres">
      <dgm:prSet presAssocID="{56A52995-D49E-458C-AF1E-66BB6E64977A}" presName="hierRoot1" presStyleCnt="0"/>
      <dgm:spPr/>
    </dgm:pt>
    <dgm:pt modelId="{80471E5F-86BA-4D51-A4BA-84CD82492835}" type="pres">
      <dgm:prSet presAssocID="{56A52995-D49E-458C-AF1E-66BB6E64977A}" presName="composite" presStyleCnt="0"/>
      <dgm:spPr/>
    </dgm:pt>
    <dgm:pt modelId="{EFE4263C-6703-47B6-9CAC-7F026B64B4AA}" type="pres">
      <dgm:prSet presAssocID="{56A52995-D49E-458C-AF1E-66BB6E64977A}" presName="background" presStyleLbl="node0" presStyleIdx="2" presStyleCnt="3"/>
      <dgm:spPr/>
    </dgm:pt>
    <dgm:pt modelId="{5D5F11A6-3C30-4701-856A-C5D5CB8EE136}" type="pres">
      <dgm:prSet presAssocID="{56A52995-D49E-458C-AF1E-66BB6E64977A}" presName="text" presStyleLbl="fgAcc0" presStyleIdx="2" presStyleCnt="3">
        <dgm:presLayoutVars>
          <dgm:chPref val="3"/>
        </dgm:presLayoutVars>
      </dgm:prSet>
      <dgm:spPr/>
    </dgm:pt>
    <dgm:pt modelId="{6DE5234F-CED2-48F1-8887-A0A40EDB9211}" type="pres">
      <dgm:prSet presAssocID="{56A52995-D49E-458C-AF1E-66BB6E64977A}" presName="hierChild2" presStyleCnt="0"/>
      <dgm:spPr/>
    </dgm:pt>
  </dgm:ptLst>
  <dgm:cxnLst>
    <dgm:cxn modelId="{FE30E204-0F58-4C1E-A59E-7360A5165B96}" srcId="{1103A8A5-4CAA-4A78-A8E4-A48716839D56}" destId="{56A52995-D49E-458C-AF1E-66BB6E64977A}" srcOrd="2" destOrd="0" parTransId="{2491F0DD-9D4A-4A1E-8D67-8C077D2F2948}" sibTransId="{31FCAB06-EC5A-447A-9CEF-B4F211349A21}"/>
    <dgm:cxn modelId="{D889A931-9988-49C5-972E-CA25428E4BDB}" type="presOf" srcId="{4B132943-4236-4393-B5FD-634E755427CC}" destId="{1657B6D0-3E75-4843-83F2-D713B27622FC}" srcOrd="0" destOrd="0" presId="urn:microsoft.com/office/officeart/2005/8/layout/hierarchy1"/>
    <dgm:cxn modelId="{CC80C14A-9883-46CB-8BA9-215AFE771925}" type="presOf" srcId="{67B3B96B-D936-4B90-A2E1-E1F1A16216CE}" destId="{29CBED21-2631-46EB-888F-8337C9256846}" srcOrd="0" destOrd="0" presId="urn:microsoft.com/office/officeart/2005/8/layout/hierarchy1"/>
    <dgm:cxn modelId="{A8673E70-809D-4901-8C27-BFF49C5B9485}" type="presOf" srcId="{1103A8A5-4CAA-4A78-A8E4-A48716839D56}" destId="{9BCFCFA8-1BE1-458F-AA6B-BBDE577449FB}" srcOrd="0" destOrd="0" presId="urn:microsoft.com/office/officeart/2005/8/layout/hierarchy1"/>
    <dgm:cxn modelId="{01E3268D-FABF-4D1C-99F6-34AFC5C4C5FB}" srcId="{1103A8A5-4CAA-4A78-A8E4-A48716839D56}" destId="{67B3B96B-D936-4B90-A2E1-E1F1A16216CE}" srcOrd="1" destOrd="0" parTransId="{677D193C-691F-4E07-81E1-FD74777A14D9}" sibTransId="{C9174387-5B11-4C9B-A336-617D96546937}"/>
    <dgm:cxn modelId="{2EE13AA3-A14D-47B9-9089-8B7B1445C340}" type="presOf" srcId="{56A52995-D49E-458C-AF1E-66BB6E64977A}" destId="{5D5F11A6-3C30-4701-856A-C5D5CB8EE136}" srcOrd="0" destOrd="0" presId="urn:microsoft.com/office/officeart/2005/8/layout/hierarchy1"/>
    <dgm:cxn modelId="{209D6DDA-1FD8-40F2-9AD5-C7978EE52A82}" srcId="{1103A8A5-4CAA-4A78-A8E4-A48716839D56}" destId="{4B132943-4236-4393-B5FD-634E755427CC}" srcOrd="0" destOrd="0" parTransId="{784EC783-AB55-4B3F-B76D-D8E6E3F9DB09}" sibTransId="{C5E607B8-4D48-4441-A597-A93DA4AEAFD2}"/>
    <dgm:cxn modelId="{D344FED0-DDB5-41F7-A43B-D2833F2922EA}" type="presParOf" srcId="{9BCFCFA8-1BE1-458F-AA6B-BBDE577449FB}" destId="{C6F1668E-9C49-4584-97F5-B5DE7DB8C62A}" srcOrd="0" destOrd="0" presId="urn:microsoft.com/office/officeart/2005/8/layout/hierarchy1"/>
    <dgm:cxn modelId="{33FF8A4A-86D3-4F3C-B484-443580E89B7F}" type="presParOf" srcId="{C6F1668E-9C49-4584-97F5-B5DE7DB8C62A}" destId="{802A72F9-4E19-45E4-AE6A-B1C9F1BC188F}" srcOrd="0" destOrd="0" presId="urn:microsoft.com/office/officeart/2005/8/layout/hierarchy1"/>
    <dgm:cxn modelId="{8A3D1A9B-ED2F-4528-B3DB-167F39090E57}" type="presParOf" srcId="{802A72F9-4E19-45E4-AE6A-B1C9F1BC188F}" destId="{619B3741-3D72-46A2-9E7D-299DCE3EBA66}" srcOrd="0" destOrd="0" presId="urn:microsoft.com/office/officeart/2005/8/layout/hierarchy1"/>
    <dgm:cxn modelId="{0BC9C9B4-0DB3-4455-996D-1174A892C0EC}" type="presParOf" srcId="{802A72F9-4E19-45E4-AE6A-B1C9F1BC188F}" destId="{1657B6D0-3E75-4843-83F2-D713B27622FC}" srcOrd="1" destOrd="0" presId="urn:microsoft.com/office/officeart/2005/8/layout/hierarchy1"/>
    <dgm:cxn modelId="{59270330-94DA-44E5-A54A-82E329EC3790}" type="presParOf" srcId="{C6F1668E-9C49-4584-97F5-B5DE7DB8C62A}" destId="{DB09083D-96C0-4B27-9B5B-CB98665D59CF}" srcOrd="1" destOrd="0" presId="urn:microsoft.com/office/officeart/2005/8/layout/hierarchy1"/>
    <dgm:cxn modelId="{08EC6C70-EA4B-4996-8F9E-5F5F4F34997D}" type="presParOf" srcId="{9BCFCFA8-1BE1-458F-AA6B-BBDE577449FB}" destId="{D6177A27-7A59-4FC6-9CCC-EFC8439F6F35}" srcOrd="1" destOrd="0" presId="urn:microsoft.com/office/officeart/2005/8/layout/hierarchy1"/>
    <dgm:cxn modelId="{26775F2C-66E4-44CA-A3EC-776C30656BF9}" type="presParOf" srcId="{D6177A27-7A59-4FC6-9CCC-EFC8439F6F35}" destId="{ACA207CC-A25F-4D06-A73F-50A2AA71BD64}" srcOrd="0" destOrd="0" presId="urn:microsoft.com/office/officeart/2005/8/layout/hierarchy1"/>
    <dgm:cxn modelId="{7DAE7B9D-F060-4569-BD09-D6E75718019F}" type="presParOf" srcId="{ACA207CC-A25F-4D06-A73F-50A2AA71BD64}" destId="{81DEA655-E51B-4B88-A01B-A060AC647891}" srcOrd="0" destOrd="0" presId="urn:microsoft.com/office/officeart/2005/8/layout/hierarchy1"/>
    <dgm:cxn modelId="{10FA628A-0C73-4662-9923-29FB10FABBAA}" type="presParOf" srcId="{ACA207CC-A25F-4D06-A73F-50A2AA71BD64}" destId="{29CBED21-2631-46EB-888F-8337C9256846}" srcOrd="1" destOrd="0" presId="urn:microsoft.com/office/officeart/2005/8/layout/hierarchy1"/>
    <dgm:cxn modelId="{1338C179-5D85-4BB1-BDE1-1DCE96596C43}" type="presParOf" srcId="{D6177A27-7A59-4FC6-9CCC-EFC8439F6F35}" destId="{2074F0F3-6F2A-499A-9235-A8512DAD7758}" srcOrd="1" destOrd="0" presId="urn:microsoft.com/office/officeart/2005/8/layout/hierarchy1"/>
    <dgm:cxn modelId="{FCB8E6A2-33BA-40D0-A6D4-58C566297D53}" type="presParOf" srcId="{9BCFCFA8-1BE1-458F-AA6B-BBDE577449FB}" destId="{4A65ADC7-587A-422E-A24D-30F8B48707C0}" srcOrd="2" destOrd="0" presId="urn:microsoft.com/office/officeart/2005/8/layout/hierarchy1"/>
    <dgm:cxn modelId="{AF45B78B-CD37-4B03-92AC-F9860D05B4FC}" type="presParOf" srcId="{4A65ADC7-587A-422E-A24D-30F8B48707C0}" destId="{80471E5F-86BA-4D51-A4BA-84CD82492835}" srcOrd="0" destOrd="0" presId="urn:microsoft.com/office/officeart/2005/8/layout/hierarchy1"/>
    <dgm:cxn modelId="{73C6016E-3516-4D8A-B36F-F1E5379D77AB}" type="presParOf" srcId="{80471E5F-86BA-4D51-A4BA-84CD82492835}" destId="{EFE4263C-6703-47B6-9CAC-7F026B64B4AA}" srcOrd="0" destOrd="0" presId="urn:microsoft.com/office/officeart/2005/8/layout/hierarchy1"/>
    <dgm:cxn modelId="{5C57CD31-674B-4D03-A0DA-DF1343D4AD1E}" type="presParOf" srcId="{80471E5F-86BA-4D51-A4BA-84CD82492835}" destId="{5D5F11A6-3C30-4701-856A-C5D5CB8EE136}" srcOrd="1" destOrd="0" presId="urn:microsoft.com/office/officeart/2005/8/layout/hierarchy1"/>
    <dgm:cxn modelId="{CAF1AB82-F7F2-40C9-BC5B-B65F1A865374}" type="presParOf" srcId="{4A65ADC7-587A-422E-A24D-30F8B48707C0}" destId="{6DE5234F-CED2-48F1-8887-A0A40EDB921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39227-83DE-4819-8947-1A0CCF169A0A}">
      <dsp:nvSpPr>
        <dsp:cNvPr id="0" name=""/>
        <dsp:cNvSpPr/>
      </dsp:nvSpPr>
      <dsp:spPr>
        <a:xfrm>
          <a:off x="478800" y="8944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2C7437-AA9F-490D-B1C5-2FF024335536}">
      <dsp:nvSpPr>
        <dsp:cNvPr id="0" name=""/>
        <dsp:cNvSpPr/>
      </dsp:nvSpPr>
      <dsp:spPr>
        <a:xfrm>
          <a:off x="712800" y="1128438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608DE-A943-4FBA-B233-711D3C95E2E0}">
      <dsp:nvSpPr>
        <dsp:cNvPr id="0" name=""/>
        <dsp:cNvSpPr/>
      </dsp:nvSpPr>
      <dsp:spPr>
        <a:xfrm>
          <a:off x="12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Abstract</a:t>
          </a:r>
        </a:p>
      </dsp:txBody>
      <dsp:txXfrm>
        <a:off x="127800" y="2334438"/>
        <a:ext cx="1800000" cy="720000"/>
      </dsp:txXfrm>
    </dsp:sp>
    <dsp:sp modelId="{8CADCFCB-2300-4F9B-B53A-41BD7A321834}">
      <dsp:nvSpPr>
        <dsp:cNvPr id="0" name=""/>
        <dsp:cNvSpPr/>
      </dsp:nvSpPr>
      <dsp:spPr>
        <a:xfrm>
          <a:off x="2593800" y="8944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8A1F8-0B4D-454D-B824-ABA9A2B57164}">
      <dsp:nvSpPr>
        <dsp:cNvPr id="0" name=""/>
        <dsp:cNvSpPr/>
      </dsp:nvSpPr>
      <dsp:spPr>
        <a:xfrm>
          <a:off x="2827800" y="112843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246406-BFB3-4E4C-950D-C4ACE3529478}">
      <dsp:nvSpPr>
        <dsp:cNvPr id="0" name=""/>
        <dsp:cNvSpPr/>
      </dsp:nvSpPr>
      <dsp:spPr>
        <a:xfrm>
          <a:off x="2242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Introduction</a:t>
          </a:r>
        </a:p>
      </dsp:txBody>
      <dsp:txXfrm>
        <a:off x="2242800" y="2334438"/>
        <a:ext cx="1800000" cy="720000"/>
      </dsp:txXfrm>
    </dsp:sp>
    <dsp:sp modelId="{265104A9-FEDE-46F0-A3DE-8E04C8A91D4E}">
      <dsp:nvSpPr>
        <dsp:cNvPr id="0" name=""/>
        <dsp:cNvSpPr/>
      </dsp:nvSpPr>
      <dsp:spPr>
        <a:xfrm>
          <a:off x="4708800" y="8944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FC2A0-FA2D-41E2-B6A6-BC20E88D43F3}">
      <dsp:nvSpPr>
        <dsp:cNvPr id="0" name=""/>
        <dsp:cNvSpPr/>
      </dsp:nvSpPr>
      <dsp:spPr>
        <a:xfrm>
          <a:off x="4942800" y="112843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A7A99-7CCE-49DB-981F-90A8D07B37B1}">
      <dsp:nvSpPr>
        <dsp:cNvPr id="0" name=""/>
        <dsp:cNvSpPr/>
      </dsp:nvSpPr>
      <dsp:spPr>
        <a:xfrm>
          <a:off x="435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Methods</a:t>
          </a:r>
        </a:p>
      </dsp:txBody>
      <dsp:txXfrm>
        <a:off x="4357800" y="2334438"/>
        <a:ext cx="1800000" cy="720000"/>
      </dsp:txXfrm>
    </dsp:sp>
    <dsp:sp modelId="{AEC7CB93-61C2-4175-ABDE-CB1CBD45C223}">
      <dsp:nvSpPr>
        <dsp:cNvPr id="0" name=""/>
        <dsp:cNvSpPr/>
      </dsp:nvSpPr>
      <dsp:spPr>
        <a:xfrm>
          <a:off x="6823800" y="8944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96D4D9-CBBE-4B22-9D0B-D1624C6B02D6}">
      <dsp:nvSpPr>
        <dsp:cNvPr id="0" name=""/>
        <dsp:cNvSpPr/>
      </dsp:nvSpPr>
      <dsp:spPr>
        <a:xfrm>
          <a:off x="7057800" y="112843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DFEA52-A4A9-4D14-9480-A32F2A6124A7}">
      <dsp:nvSpPr>
        <dsp:cNvPr id="0" name=""/>
        <dsp:cNvSpPr/>
      </dsp:nvSpPr>
      <dsp:spPr>
        <a:xfrm>
          <a:off x="6472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Expected Results</a:t>
          </a:r>
        </a:p>
      </dsp:txBody>
      <dsp:txXfrm>
        <a:off x="6472800" y="2334438"/>
        <a:ext cx="1800000" cy="720000"/>
      </dsp:txXfrm>
    </dsp:sp>
    <dsp:sp modelId="{26687713-2210-4ED0-BADB-920A596218BC}">
      <dsp:nvSpPr>
        <dsp:cNvPr id="0" name=""/>
        <dsp:cNvSpPr/>
      </dsp:nvSpPr>
      <dsp:spPr>
        <a:xfrm>
          <a:off x="8938800" y="894438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DD8AEA-5BA3-49B8-A204-B3E519A9A872}">
      <dsp:nvSpPr>
        <dsp:cNvPr id="0" name=""/>
        <dsp:cNvSpPr/>
      </dsp:nvSpPr>
      <dsp:spPr>
        <a:xfrm>
          <a:off x="9172800" y="112843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5E176-195B-4218-9836-4E6190F51560}">
      <dsp:nvSpPr>
        <dsp:cNvPr id="0" name=""/>
        <dsp:cNvSpPr/>
      </dsp:nvSpPr>
      <dsp:spPr>
        <a:xfrm>
          <a:off x="8587800" y="2334438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Discussion</a:t>
          </a:r>
        </a:p>
      </dsp:txBody>
      <dsp:txXfrm>
        <a:off x="8587800" y="2334438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B3741-3D72-46A2-9E7D-299DCE3EBA66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57B6D0-3E75-4843-83F2-D713B27622FC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This project would allow for experimental verification of GR</a:t>
          </a:r>
        </a:p>
      </dsp:txBody>
      <dsp:txXfrm>
        <a:off x="378614" y="886531"/>
        <a:ext cx="2810360" cy="1744948"/>
      </dsp:txXfrm>
    </dsp:sp>
    <dsp:sp modelId="{81DEA655-E51B-4B88-A01B-A060AC647891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BED21-2631-46EB-888F-8337C9256846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Cost-effective</a:t>
          </a:r>
        </a:p>
      </dsp:txBody>
      <dsp:txXfrm>
        <a:off x="3946203" y="886531"/>
        <a:ext cx="2810360" cy="1744948"/>
      </dsp:txXfrm>
    </dsp:sp>
    <dsp:sp modelId="{EFE4263C-6703-47B6-9CAC-7F026B64B4AA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F11A6-3C30-4701-856A-C5D5CB8EE136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Great undergrad topic</a:t>
          </a: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physics.stackexchange.com/questions/155004/what-is-gravity-and-what-causes-objects-to-act-against-i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-nd/3.0/" TargetMode="External"/><Relationship Id="rId3" Type="http://schemas.openxmlformats.org/officeDocument/2006/relationships/hyperlink" Target="https://www.electronics-lab.com/project/using-16x2-i2c-lcd-display-esp32/" TargetMode="External"/><Relationship Id="rId7" Type="http://schemas.openxmlformats.org/officeDocument/2006/relationships/hyperlink" Target="http://www.divilabs.com/2013/03/arduino-mega-2560.html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atellite flying over a hole in space&#10;&#10;Description automatically generated">
            <a:extLst>
              <a:ext uri="{FF2B5EF4-FFF2-40B4-BE49-F238E27FC236}">
                <a16:creationId xmlns:a16="http://schemas.microsoft.com/office/drawing/2014/main" id="{1E6EFD75-6E59-4599-7E8D-78104150DD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091" r="15254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400">
                <a:solidFill>
                  <a:schemeClr val="bg1"/>
                </a:solidFill>
                <a:ea typeface="Calibri Light"/>
                <a:cs typeface="Calibri Light"/>
              </a:rPr>
              <a:t>Measuring Gravitational Time Dilation with an Arduino</a:t>
            </a:r>
            <a:endParaRPr lang="en-US" sz="440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Zachary Moote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AF9FD-C567-2189-FA81-BFA48785F8F0}"/>
              </a:ext>
            </a:extLst>
          </p:cNvPr>
          <p:cNvSpPr txBox="1"/>
          <p:nvPr/>
        </p:nvSpPr>
        <p:spPr>
          <a:xfrm>
            <a:off x="9870532" y="6657945"/>
            <a:ext cx="232146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599A2-9F9C-CFC2-9313-B1573C2C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>
                <a:ea typeface="Calibri Light"/>
                <a:cs typeface="Calibri Light"/>
              </a:rPr>
              <a:t>Outline</a:t>
            </a:r>
            <a:endParaRPr lang="en-US" sz="540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CEA5B55C-2B3E-5571-D40C-94A9A975D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53774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394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DCA57-4E1E-2237-1A0C-798627F5C1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509" r="9085" b="881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92C54-BBF0-C38C-F8C4-B27AE6B4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9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9E182C-7398-E20F-7EA1-E2228D6A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298" y="669925"/>
            <a:ext cx="4208403" cy="1325563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Calibri Light"/>
                <a:cs typeface="Calibri Light"/>
              </a:rPr>
              <a:t>Abstract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12" name="Picture 11" descr="A close-up of a circuit board&#10;&#10;Description automatically generated">
            <a:extLst>
              <a:ext uri="{FF2B5EF4-FFF2-40B4-BE49-F238E27FC236}">
                <a16:creationId xmlns:a16="http://schemas.microsoft.com/office/drawing/2014/main" id="{3FFA8522-F5CE-C089-7D17-CE4AA23A1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16408" y="233582"/>
            <a:ext cx="2971800" cy="2971800"/>
          </a:xfrm>
          <a:prstGeom prst="rect">
            <a:avLst/>
          </a:prstGeom>
        </p:spPr>
      </p:pic>
      <p:pic>
        <p:nvPicPr>
          <p:cNvPr id="10" name="Picture 9" descr="A black circuit board with a round object&#10;&#10;Description automatically generated">
            <a:extLst>
              <a:ext uri="{FF2B5EF4-FFF2-40B4-BE49-F238E27FC236}">
                <a16:creationId xmlns:a16="http://schemas.microsoft.com/office/drawing/2014/main" id="{1ACDC188-7E54-1E2B-66C4-D308DC041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0" y="246790"/>
            <a:ext cx="2971800" cy="2958592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45298" y="2026340"/>
            <a:ext cx="5446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-up of a circuit board&#10;&#10;Description automatically generated">
            <a:extLst>
              <a:ext uri="{FF2B5EF4-FFF2-40B4-BE49-F238E27FC236}">
                <a16:creationId xmlns:a16="http://schemas.microsoft.com/office/drawing/2014/main" id="{C02073F3-C047-ECC9-13B0-5A9E77ADD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08" y="3411753"/>
            <a:ext cx="2971800" cy="1849945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7188D9B-1674-419B-A379-D1632A7EC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4776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-up of a blue circuit board&#10;&#10;Description automatically generated">
            <a:extLst>
              <a:ext uri="{FF2B5EF4-FFF2-40B4-BE49-F238E27FC236}">
                <a16:creationId xmlns:a16="http://schemas.microsoft.com/office/drawing/2014/main" id="{1E759769-D8CA-D43C-AAD4-78D27EC9C0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581400" y="3411753"/>
            <a:ext cx="2971800" cy="14487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0B50D-A0EC-5101-C057-86D8126E8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5298" y="2288833"/>
            <a:ext cx="4208403" cy="371157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Arduino MEGA 2560</a:t>
            </a:r>
          </a:p>
          <a:p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GY-521 (Gyroscope Module)</a:t>
            </a:r>
          </a:p>
          <a:p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DS1307 RTC (Real-time Clock)</a:t>
            </a:r>
          </a:p>
          <a:p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LCD Display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EEF57-D36C-0D36-0FA3-200D84507CA8}"/>
              </a:ext>
            </a:extLst>
          </p:cNvPr>
          <p:cNvSpPr txBox="1"/>
          <p:nvPr/>
        </p:nvSpPr>
        <p:spPr>
          <a:xfrm>
            <a:off x="4079446" y="4660450"/>
            <a:ext cx="2473754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CD6F65-F038-B30A-8C34-3EBC2B365176}"/>
              </a:ext>
            </a:extLst>
          </p:cNvPr>
          <p:cNvSpPr txBox="1"/>
          <p:nvPr/>
        </p:nvSpPr>
        <p:spPr>
          <a:xfrm>
            <a:off x="1066739" y="3005327"/>
            <a:ext cx="2321469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0726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4C5EB-2B77-62ED-33FC-36DBF72481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54" r="9085" b="7160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46261-34AC-BB60-1B40-C61D0FDF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37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D89C2-3AF8-74C1-46F0-6A9A796A6C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1" t="755" r="28358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E03CD1-5059-1934-4FD4-4F13AFA43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  <a:ea typeface="Calibri Light"/>
                <a:cs typeface="Calibri Light"/>
              </a:rPr>
              <a:t>Introduction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B8330-B44A-69ED-40CA-0488A5AA8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1700" dirty="0">
                <a:solidFill>
                  <a:schemeClr val="bg1"/>
                </a:solidFill>
                <a:ea typeface="Calibri"/>
                <a:cs typeface="Calibri"/>
              </a:rPr>
              <a:t>General Relativity predicts time dilation due to gravity</a:t>
            </a:r>
          </a:p>
          <a:p>
            <a:r>
              <a:rPr lang="en-US" sz="1700" dirty="0">
                <a:solidFill>
                  <a:schemeClr val="bg1"/>
                </a:solidFill>
                <a:ea typeface="Calibri"/>
                <a:cs typeface="Calibri"/>
              </a:rPr>
              <a:t>Not aware of any experiments done before using Arduino specifically</a:t>
            </a:r>
          </a:p>
          <a:p>
            <a:r>
              <a:rPr lang="en-US" sz="1700" dirty="0">
                <a:solidFill>
                  <a:schemeClr val="bg1"/>
                </a:solidFill>
                <a:ea typeface="Calibri"/>
                <a:cs typeface="Calibri"/>
              </a:rPr>
              <a:t>Professional experiments have been performed</a:t>
            </a:r>
          </a:p>
          <a:p>
            <a:r>
              <a:rPr lang="en-US" sz="1700" dirty="0">
                <a:solidFill>
                  <a:schemeClr val="bg1"/>
                </a:solidFill>
                <a:ea typeface="Calibri"/>
                <a:cs typeface="Calibri"/>
              </a:rPr>
              <a:t>Precise atomic clocks at two separate elevations</a:t>
            </a:r>
          </a:p>
          <a:p>
            <a:r>
              <a:rPr lang="en-US" sz="1700" dirty="0">
                <a:solidFill>
                  <a:schemeClr val="bg1"/>
                </a:solidFill>
                <a:ea typeface="Calibri"/>
                <a:cs typeface="Calibri"/>
              </a:rPr>
              <a:t>Sea level vs Mountain top</a:t>
            </a:r>
          </a:p>
          <a:p>
            <a:r>
              <a:rPr lang="en-US" sz="1700" dirty="0">
                <a:solidFill>
                  <a:schemeClr val="bg1"/>
                </a:solidFill>
                <a:ea typeface="Calibri"/>
                <a:cs typeface="Calibri"/>
              </a:rPr>
              <a:t>Difference in passage of time was recorded</a:t>
            </a:r>
          </a:p>
          <a:p>
            <a:endParaRPr lang="en-US" sz="17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7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281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FD939196-D41B-4F9E-3E28-BD92B64C02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48" t="23334" r="3037" b="-7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927D5-3EF5-5ADE-B5D0-AC7AE946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Methods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59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D5EB2-0F71-529E-6D04-8C5224E8C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800" y="448721"/>
            <a:ext cx="4713997" cy="1225650"/>
          </a:xfrm>
        </p:spPr>
        <p:txBody>
          <a:bodyPr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  <a:ea typeface="Calibri Light"/>
                <a:cs typeface="Calibri Light"/>
              </a:rPr>
              <a:t>Methods</a:t>
            </a:r>
            <a:endParaRPr lang="en-US" sz="3800">
              <a:solidFill>
                <a:schemeClr val="bg1"/>
              </a:solidFill>
            </a:endParaRP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46915570-6AAE-E692-99D4-CB829237F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6" y="1835284"/>
            <a:ext cx="5666547" cy="318743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B2BBD-1089-25F7-962D-B7AD8C991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800" y="1909192"/>
            <a:ext cx="4713997" cy="36477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GY-521 will provide data from the accelerometer in the Y-axis</a:t>
            </a:r>
          </a:p>
          <a:p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DS1307 RTC will measure rate of time</a:t>
            </a:r>
          </a:p>
          <a:p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LCD display will show the measurements and results</a:t>
            </a:r>
          </a:p>
          <a:p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Data would be recorded at different elevations on campus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720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9D90DAB4-9DBD-1E1F-DD03-96CADF4385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92" t="22275" r="-7" b="997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6FE60-7C35-A2D3-17EE-82CFCCA3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Expected Results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3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urglass on a flat surface">
            <a:extLst>
              <a:ext uri="{FF2B5EF4-FFF2-40B4-BE49-F238E27FC236}">
                <a16:creationId xmlns:a16="http://schemas.microsoft.com/office/drawing/2014/main" id="{844A1B8C-B1B4-80A1-3A92-87575A8719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7" t="9091" r="2290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D33818-F502-E876-8552-B01DFE49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AEDB0-CACD-7EC6-6177-93DC89F4D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/>
              <a:t>I expect to see at least a small difference in the passage of time at one elevation versus another.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5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Web of wires connecting pins">
            <a:extLst>
              <a:ext uri="{FF2B5EF4-FFF2-40B4-BE49-F238E27FC236}">
                <a16:creationId xmlns:a16="http://schemas.microsoft.com/office/drawing/2014/main" id="{C632E790-3C51-455E-6165-DC88A53001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90" r="9085" b="-7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3EC0B-5FB1-FA2C-BB28-86B5211E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Discussion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97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CF20F-2FB7-7E6D-2070-A53B20814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Calibri Light"/>
                <a:cs typeface="Calibri Light"/>
              </a:rPr>
              <a:t>Discussion</a:t>
            </a:r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A28B09-83BD-07C0-D018-90AAE59A6E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864690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0156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Measuring Gravitational Time Dilation with an Arduino</vt:lpstr>
      <vt:lpstr>Outline</vt:lpstr>
      <vt:lpstr>Abstract</vt:lpstr>
      <vt:lpstr>Abstract</vt:lpstr>
      <vt:lpstr>Introduction</vt:lpstr>
      <vt:lpstr>Introduction</vt:lpstr>
      <vt:lpstr>Methods</vt:lpstr>
      <vt:lpstr>Methods</vt:lpstr>
      <vt:lpstr>Expected Results</vt:lpstr>
      <vt:lpstr>Expected Results</vt:lpstr>
      <vt:lpstr>Discussion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131</cp:revision>
  <dcterms:created xsi:type="dcterms:W3CDTF">2023-10-27T15:35:16Z</dcterms:created>
  <dcterms:modified xsi:type="dcterms:W3CDTF">2023-10-27T16:53:21Z</dcterms:modified>
</cp:coreProperties>
</file>