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53649-436A-4E53-B8E5-4314E874C32B}" v="5" dt="2026-04-21T13:19:40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ote, Zachary" userId="7b72a343-2deb-41dc-b154-c2425a4c7184" providerId="ADAL" clId="{038C282A-E668-4264-B345-57F25FF0264F}"/>
    <pc:docChg chg="undo custSel addSld modSld addMainMaster delMainMaster">
      <pc:chgData name="Moote, Zachary" userId="7b72a343-2deb-41dc-b154-c2425a4c7184" providerId="ADAL" clId="{038C282A-E668-4264-B345-57F25FF0264F}" dt="2026-04-21T13:19:53.149" v="658" actId="20577"/>
      <pc:docMkLst>
        <pc:docMk/>
      </pc:docMkLst>
      <pc:sldChg chg="addSp delSp modSp mod setBg modClrScheme addAnim delAnim setClrOvrMap chgLayout">
        <pc:chgData name="Moote, Zachary" userId="7b72a343-2deb-41dc-b154-c2425a4c7184" providerId="ADAL" clId="{038C282A-E668-4264-B345-57F25FF0264F}" dt="2026-04-20T21:51:29.523" v="78" actId="26606"/>
        <pc:sldMkLst>
          <pc:docMk/>
          <pc:sldMk cId="1765115778" sldId="256"/>
        </pc:sldMkLst>
        <pc:spChg chg="mod">
          <ac:chgData name="Moote, Zachary" userId="7b72a343-2deb-41dc-b154-c2425a4c7184" providerId="ADAL" clId="{038C282A-E668-4264-B345-57F25FF0264F}" dt="2026-04-20T21:51:29.523" v="78" actId="26606"/>
          <ac:spMkLst>
            <pc:docMk/>
            <pc:sldMk cId="1765115778" sldId="256"/>
            <ac:spMk id="2" creationId="{553001C9-B2C2-7287-903B-56F841796488}"/>
          </ac:spMkLst>
        </pc:spChg>
        <pc:spChg chg="mod">
          <ac:chgData name="Moote, Zachary" userId="7b72a343-2deb-41dc-b154-c2425a4c7184" providerId="ADAL" clId="{038C282A-E668-4264-B345-57F25FF0264F}" dt="2026-04-20T21:51:29.523" v="78" actId="26606"/>
          <ac:spMkLst>
            <pc:docMk/>
            <pc:sldMk cId="1765115778" sldId="256"/>
            <ac:spMk id="3" creationId="{80A58C8C-F565-2E2B-946B-F5CF8A6F3FF3}"/>
          </ac:spMkLst>
        </pc:spChg>
        <pc:spChg chg="add del">
          <ac:chgData name="Moote, Zachary" userId="7b72a343-2deb-41dc-b154-c2425a4c7184" providerId="ADAL" clId="{038C282A-E668-4264-B345-57F25FF0264F}" dt="2026-04-20T17:00:17.705" v="1" actId="26606"/>
          <ac:spMkLst>
            <pc:docMk/>
            <pc:sldMk cId="1765115778" sldId="256"/>
            <ac:spMk id="9" creationId="{1A32057F-F015-B1B2-4E3E-2307F8EFC97B}"/>
          </ac:spMkLst>
        </pc:spChg>
        <pc:spChg chg="add del">
          <ac:chgData name="Moote, Zachary" userId="7b72a343-2deb-41dc-b154-c2425a4c7184" providerId="ADAL" clId="{038C282A-E668-4264-B345-57F25FF0264F}" dt="2026-04-20T17:00:20.715" v="3" actId="26606"/>
          <ac:spMkLst>
            <pc:docMk/>
            <pc:sldMk cId="1765115778" sldId="256"/>
            <ac:spMk id="11" creationId="{B2C335F7-F61C-4EB4-80F2-4B1438FE66BB}"/>
          </ac:spMkLst>
        </pc:spChg>
        <pc:spChg chg="add del">
          <ac:chgData name="Moote, Zachary" userId="7b72a343-2deb-41dc-b154-c2425a4c7184" providerId="ADAL" clId="{038C282A-E668-4264-B345-57F25FF0264F}" dt="2026-04-20T17:00:20.715" v="3" actId="26606"/>
          <ac:spMkLst>
            <pc:docMk/>
            <pc:sldMk cId="1765115778" sldId="256"/>
            <ac:spMk id="12" creationId="{B7E2F724-2FB3-4D1D-A730-739B8654C030}"/>
          </ac:spMkLst>
        </pc:spChg>
        <pc:spChg chg="add del">
          <ac:chgData name="Moote, Zachary" userId="7b72a343-2deb-41dc-b154-c2425a4c7184" providerId="ADAL" clId="{038C282A-E668-4264-B345-57F25FF0264F}" dt="2026-04-20T17:00:25.723" v="5" actId="26606"/>
          <ac:spMkLst>
            <pc:docMk/>
            <pc:sldMk cId="1765115778" sldId="256"/>
            <ac:spMk id="16" creationId="{1E644DE9-8D09-43E2-BA69-F57482CFC93A}"/>
          </ac:spMkLst>
        </pc:spChg>
        <pc:spChg chg="add del">
          <ac:chgData name="Moote, Zachary" userId="7b72a343-2deb-41dc-b154-c2425a4c7184" providerId="ADAL" clId="{038C282A-E668-4264-B345-57F25FF0264F}" dt="2026-04-20T17:00:25.723" v="5" actId="26606"/>
          <ac:spMkLst>
            <pc:docMk/>
            <pc:sldMk cId="1765115778" sldId="256"/>
            <ac:spMk id="17" creationId="{6C23C919-B32E-40FF-B3D8-631316E84E3E}"/>
          </ac:spMkLst>
        </pc:spChg>
        <pc:spChg chg="add del">
          <ac:chgData name="Moote, Zachary" userId="7b72a343-2deb-41dc-b154-c2425a4c7184" providerId="ADAL" clId="{038C282A-E668-4264-B345-57F25FF0264F}" dt="2026-04-20T17:00:26.981" v="7" actId="26606"/>
          <ac:spMkLst>
            <pc:docMk/>
            <pc:sldMk cId="1765115778" sldId="256"/>
            <ac:spMk id="21" creationId="{B7E2F724-2FB3-4D1D-A730-739B8654C030}"/>
          </ac:spMkLst>
        </pc:spChg>
        <pc:spChg chg="add del">
          <ac:chgData name="Moote, Zachary" userId="7b72a343-2deb-41dc-b154-c2425a4c7184" providerId="ADAL" clId="{038C282A-E668-4264-B345-57F25FF0264F}" dt="2026-04-20T17:00:26.981" v="7" actId="26606"/>
          <ac:spMkLst>
            <pc:docMk/>
            <pc:sldMk cId="1765115778" sldId="256"/>
            <ac:spMk id="23" creationId="{B2C335F7-F61C-4EB4-80F2-4B1438FE66BB}"/>
          </ac:spMkLst>
        </pc:spChg>
        <pc:spChg chg="add del">
          <ac:chgData name="Moote, Zachary" userId="7b72a343-2deb-41dc-b154-c2425a4c7184" providerId="ADAL" clId="{038C282A-E668-4264-B345-57F25FF0264F}" dt="2026-04-20T17:00:29.595" v="9" actId="26606"/>
          <ac:spMkLst>
            <pc:docMk/>
            <pc:sldMk cId="1765115778" sldId="256"/>
            <ac:spMk id="25" creationId="{33E93247-6229-44AB-A550-739E971E690B}"/>
          </ac:spMkLst>
        </pc:spChg>
        <pc:spChg chg="add del">
          <ac:chgData name="Moote, Zachary" userId="7b72a343-2deb-41dc-b154-c2425a4c7184" providerId="ADAL" clId="{038C282A-E668-4264-B345-57F25FF0264F}" dt="2026-04-20T17:02:51.552" v="63" actId="26606"/>
          <ac:spMkLst>
            <pc:docMk/>
            <pc:sldMk cId="1765115778" sldId="256"/>
            <ac:spMk id="30" creationId="{1A32057F-F015-B1B2-4E3E-2307F8EFC97B}"/>
          </ac:spMkLst>
        </pc:spChg>
        <pc:spChg chg="add del">
          <ac:chgData name="Moote, Zachary" userId="7b72a343-2deb-41dc-b154-c2425a4c7184" providerId="ADAL" clId="{038C282A-E668-4264-B345-57F25FF0264F}" dt="2026-04-20T17:02:29.659" v="54" actId="26606"/>
          <ac:spMkLst>
            <pc:docMk/>
            <pc:sldMk cId="1765115778" sldId="256"/>
            <ac:spMk id="36" creationId="{33E93247-6229-44AB-A550-739E971E690B}"/>
          </ac:spMkLst>
        </pc:spChg>
        <pc:spChg chg="add del">
          <ac:chgData name="Moote, Zachary" userId="7b72a343-2deb-41dc-b154-c2425a4c7184" providerId="ADAL" clId="{038C282A-E668-4264-B345-57F25FF0264F}" dt="2026-04-20T17:02:29.659" v="54" actId="26606"/>
          <ac:spMkLst>
            <pc:docMk/>
            <pc:sldMk cId="1765115778" sldId="256"/>
            <ac:spMk id="40" creationId="{EFBAAD93-7DE6-47D1-3609-446AE138A223}"/>
          </ac:spMkLst>
        </pc:spChg>
        <pc:spChg chg="add del">
          <ac:chgData name="Moote, Zachary" userId="7b72a343-2deb-41dc-b154-c2425a4c7184" providerId="ADAL" clId="{038C282A-E668-4264-B345-57F25FF0264F}" dt="2026-04-20T17:02:47.280" v="58" actId="26606"/>
          <ac:spMkLst>
            <pc:docMk/>
            <pc:sldMk cId="1765115778" sldId="256"/>
            <ac:spMk id="44" creationId="{33E93247-6229-44AB-A550-739E971E690B}"/>
          </ac:spMkLst>
        </pc:spChg>
        <pc:spChg chg="add del">
          <ac:chgData name="Moote, Zachary" userId="7b72a343-2deb-41dc-b154-c2425a4c7184" providerId="ADAL" clId="{038C282A-E668-4264-B345-57F25FF0264F}" dt="2026-04-20T17:02:47.280" v="58" actId="26606"/>
          <ac:spMkLst>
            <pc:docMk/>
            <pc:sldMk cId="1765115778" sldId="256"/>
            <ac:spMk id="45" creationId="{912025B4-7337-735E-4DC9-E634D2011984}"/>
          </ac:spMkLst>
        </pc:spChg>
        <pc:spChg chg="add del">
          <ac:chgData name="Moote, Zachary" userId="7b72a343-2deb-41dc-b154-c2425a4c7184" providerId="ADAL" clId="{038C282A-E668-4264-B345-57F25FF0264F}" dt="2026-04-20T17:02:47.280" v="58" actId="26606"/>
          <ac:spMkLst>
            <pc:docMk/>
            <pc:sldMk cId="1765115778" sldId="256"/>
            <ac:spMk id="46" creationId="{150CDACD-D191-E642-F686-FCB54B7E5F67}"/>
          </ac:spMkLst>
        </pc:spChg>
        <pc:spChg chg="add del">
          <ac:chgData name="Moote, Zachary" userId="7b72a343-2deb-41dc-b154-c2425a4c7184" providerId="ADAL" clId="{038C282A-E668-4264-B345-57F25FF0264F}" dt="2026-04-20T17:02:51.532" v="62" actId="26606"/>
          <ac:spMkLst>
            <pc:docMk/>
            <pc:sldMk cId="1765115778" sldId="256"/>
            <ac:spMk id="48" creationId="{1A32057F-F015-B1B2-4E3E-2307F8EFC97B}"/>
          </ac:spMkLst>
        </pc:spChg>
        <pc:spChg chg="add del">
          <ac:chgData name="Moote, Zachary" userId="7b72a343-2deb-41dc-b154-c2425a4c7184" providerId="ADAL" clId="{038C282A-E668-4264-B345-57F25FF0264F}" dt="2026-04-20T21:51:29.523" v="78" actId="26606"/>
          <ac:spMkLst>
            <pc:docMk/>
            <pc:sldMk cId="1765115778" sldId="256"/>
            <ac:spMk id="50" creationId="{33E93247-6229-44AB-A550-739E971E690B}"/>
          </ac:spMkLst>
        </pc:spChg>
        <pc:spChg chg="add del">
          <ac:chgData name="Moote, Zachary" userId="7b72a343-2deb-41dc-b154-c2425a4c7184" providerId="ADAL" clId="{038C282A-E668-4264-B345-57F25FF0264F}" dt="2026-04-20T21:51:29.523" v="78" actId="26606"/>
          <ac:spMkLst>
            <pc:docMk/>
            <pc:sldMk cId="1765115778" sldId="256"/>
            <ac:spMk id="51" creationId="{912025B4-7337-735E-4DC9-E634D2011984}"/>
          </ac:spMkLst>
        </pc:spChg>
        <pc:spChg chg="add del">
          <ac:chgData name="Moote, Zachary" userId="7b72a343-2deb-41dc-b154-c2425a4c7184" providerId="ADAL" clId="{038C282A-E668-4264-B345-57F25FF0264F}" dt="2026-04-20T21:51:29.523" v="78" actId="26606"/>
          <ac:spMkLst>
            <pc:docMk/>
            <pc:sldMk cId="1765115778" sldId="256"/>
            <ac:spMk id="52" creationId="{150CDACD-D191-E642-F686-FCB54B7E5F67}"/>
          </ac:spMkLst>
        </pc:spChg>
        <pc:spChg chg="add">
          <ac:chgData name="Moote, Zachary" userId="7b72a343-2deb-41dc-b154-c2425a4c7184" providerId="ADAL" clId="{038C282A-E668-4264-B345-57F25FF0264F}" dt="2026-04-20T21:51:29.523" v="78" actId="26606"/>
          <ac:spMkLst>
            <pc:docMk/>
            <pc:sldMk cId="1765115778" sldId="256"/>
            <ac:spMk id="57" creationId="{46B9231A-B34B-4A29-A6AC-532E1EE81575}"/>
          </ac:spMkLst>
        </pc:spChg>
        <pc:grpChg chg="add del">
          <ac:chgData name="Moote, Zachary" userId="7b72a343-2deb-41dc-b154-c2425a4c7184" providerId="ADAL" clId="{038C282A-E668-4264-B345-57F25FF0264F}" dt="2026-04-20T17:00:25.723" v="5" actId="26606"/>
          <ac:grpSpMkLst>
            <pc:docMk/>
            <pc:sldMk cId="1765115778" sldId="256"/>
            <ac:grpSpMk id="19" creationId="{5EDAD761-2CF4-463A-AD87-1D4E8549D7A5}"/>
          </ac:grpSpMkLst>
        </pc:grpChg>
        <pc:picChg chg="add del">
          <ac:chgData name="Moote, Zachary" userId="7b72a343-2deb-41dc-b154-c2425a4c7184" providerId="ADAL" clId="{038C282A-E668-4264-B345-57F25FF0264F}" dt="2026-04-20T17:00:17.705" v="1" actId="26606"/>
          <ac:picMkLst>
            <pc:docMk/>
            <pc:sldMk cId="1765115778" sldId="256"/>
            <ac:picMk id="4" creationId="{45E86BDA-19BE-504C-C35D-32950C4FF5B8}"/>
          </ac:picMkLst>
        </pc:picChg>
        <pc:picChg chg="add del">
          <ac:chgData name="Moote, Zachary" userId="7b72a343-2deb-41dc-b154-c2425a4c7184" providerId="ADAL" clId="{038C282A-E668-4264-B345-57F25FF0264F}" dt="2026-04-20T17:00:20.715" v="3" actId="26606"/>
          <ac:picMkLst>
            <pc:docMk/>
            <pc:sldMk cId="1765115778" sldId="256"/>
            <ac:picMk id="13" creationId="{06CD0C28-D894-EFFC-0794-44D1C0BB9278}"/>
          </ac:picMkLst>
        </pc:picChg>
        <pc:picChg chg="add del">
          <ac:chgData name="Moote, Zachary" userId="7b72a343-2deb-41dc-b154-c2425a4c7184" providerId="ADAL" clId="{038C282A-E668-4264-B345-57F25FF0264F}" dt="2026-04-20T17:00:25.723" v="5" actId="26606"/>
          <ac:picMkLst>
            <pc:docMk/>
            <pc:sldMk cId="1765115778" sldId="256"/>
            <ac:picMk id="18" creationId="{ED5F3790-FDB6-E997-8A3F-CA646167E479}"/>
          </ac:picMkLst>
        </pc:picChg>
        <pc:picChg chg="add del">
          <ac:chgData name="Moote, Zachary" userId="7b72a343-2deb-41dc-b154-c2425a4c7184" providerId="ADAL" clId="{038C282A-E668-4264-B345-57F25FF0264F}" dt="2026-04-20T17:00:26.981" v="7" actId="26606"/>
          <ac:picMkLst>
            <pc:docMk/>
            <pc:sldMk cId="1765115778" sldId="256"/>
            <ac:picMk id="22" creationId="{06CD0C28-D894-EFFC-0794-44D1C0BB9278}"/>
          </ac:picMkLst>
        </pc:picChg>
        <pc:picChg chg="add del">
          <ac:chgData name="Moote, Zachary" userId="7b72a343-2deb-41dc-b154-c2425a4c7184" providerId="ADAL" clId="{038C282A-E668-4264-B345-57F25FF0264F}" dt="2026-04-20T17:00:29.595" v="9" actId="26606"/>
          <ac:picMkLst>
            <pc:docMk/>
            <pc:sldMk cId="1765115778" sldId="256"/>
            <ac:picMk id="26" creationId="{D0D1707F-F25A-AFFD-68EC-B74DF5C59857}"/>
          </ac:picMkLst>
        </pc:picChg>
        <pc:picChg chg="add mod ord">
          <ac:chgData name="Moote, Zachary" userId="7b72a343-2deb-41dc-b154-c2425a4c7184" providerId="ADAL" clId="{038C282A-E668-4264-B345-57F25FF0264F}" dt="2026-04-20T21:51:29.523" v="78" actId="26606"/>
          <ac:picMkLst>
            <pc:docMk/>
            <pc:sldMk cId="1765115778" sldId="256"/>
            <ac:picMk id="31" creationId="{45E86BDA-19BE-504C-C35D-32950C4FF5B8}"/>
          </ac:picMkLst>
        </pc:picChg>
        <pc:cxnChg chg="add del">
          <ac:chgData name="Moote, Zachary" userId="7b72a343-2deb-41dc-b154-c2425a4c7184" providerId="ADAL" clId="{038C282A-E668-4264-B345-57F25FF0264F}" dt="2026-04-20T17:00:29.595" v="9" actId="26606"/>
          <ac:cxnSpMkLst>
            <pc:docMk/>
            <pc:sldMk cId="1765115778" sldId="256"/>
            <ac:cxnSpMk id="27" creationId="{EE2E603F-4A95-4FE8-BB06-211DFD75DBEF}"/>
          </ac:cxnSpMkLst>
        </pc:cxnChg>
        <pc:cxnChg chg="add del">
          <ac:chgData name="Moote, Zachary" userId="7b72a343-2deb-41dc-b154-c2425a4c7184" providerId="ADAL" clId="{038C282A-E668-4264-B345-57F25FF0264F}" dt="2026-04-20T17:00:29.595" v="9" actId="26606"/>
          <ac:cxnSpMkLst>
            <pc:docMk/>
            <pc:sldMk cId="1765115778" sldId="256"/>
            <ac:cxnSpMk id="28" creationId="{2CF06E40-3ECB-4820-95B5-8A70B07D4B47}"/>
          </ac:cxnSpMkLst>
        </pc:cxnChg>
        <pc:cxnChg chg="add del">
          <ac:chgData name="Moote, Zachary" userId="7b72a343-2deb-41dc-b154-c2425a4c7184" providerId="ADAL" clId="{038C282A-E668-4264-B345-57F25FF0264F}" dt="2026-04-20T17:02:29.659" v="54" actId="26606"/>
          <ac:cxnSpMkLst>
            <pc:docMk/>
            <pc:sldMk cId="1765115778" sldId="256"/>
            <ac:cxnSpMk id="38" creationId="{EE2E603F-4A95-4FE8-BB06-211DFD75DBEF}"/>
          </ac:cxnSpMkLst>
        </pc:cxnChg>
        <pc:cxnChg chg="add del">
          <ac:chgData name="Moote, Zachary" userId="7b72a343-2deb-41dc-b154-c2425a4c7184" providerId="ADAL" clId="{038C282A-E668-4264-B345-57F25FF0264F}" dt="2026-04-20T17:02:29.659" v="54" actId="26606"/>
          <ac:cxnSpMkLst>
            <pc:docMk/>
            <pc:sldMk cId="1765115778" sldId="256"/>
            <ac:cxnSpMk id="42" creationId="{90236859-7780-1451-40B8-74A77E2715DD}"/>
          </ac:cxnSpMkLst>
        </pc:cxnChg>
        <pc:cxnChg chg="add">
          <ac:chgData name="Moote, Zachary" userId="7b72a343-2deb-41dc-b154-c2425a4c7184" providerId="ADAL" clId="{038C282A-E668-4264-B345-57F25FF0264F}" dt="2026-04-20T21:51:29.523" v="78" actId="26606"/>
          <ac:cxnSpMkLst>
            <pc:docMk/>
            <pc:sldMk cId="1765115778" sldId="256"/>
            <ac:cxnSpMk id="59" creationId="{F0CE0765-E93C-4D37-9D5F-D464EFB10FA7}"/>
          </ac:cxnSpMkLst>
        </pc:cxnChg>
      </pc:sldChg>
      <pc:sldChg chg="addSp delSp modSp new mod setBg setClrOvrMap modNotesTx">
        <pc:chgData name="Moote, Zachary" userId="7b72a343-2deb-41dc-b154-c2425a4c7184" providerId="ADAL" clId="{038C282A-E668-4264-B345-57F25FF0264F}" dt="2026-04-21T13:19:15.893" v="621" actId="20577"/>
        <pc:sldMkLst>
          <pc:docMk/>
          <pc:sldMk cId="3819888368" sldId="257"/>
        </pc:sldMkLst>
        <pc:spChg chg="mod">
          <ac:chgData name="Moote, Zachary" userId="7b72a343-2deb-41dc-b154-c2425a4c7184" providerId="ADAL" clId="{038C282A-E668-4264-B345-57F25FF0264F}" dt="2026-04-21T13:11:27.009" v="382" actId="26606"/>
          <ac:spMkLst>
            <pc:docMk/>
            <pc:sldMk cId="3819888368" sldId="257"/>
            <ac:spMk id="2" creationId="{69EE94AA-6BB3-A714-6726-9C88CA15A9C2}"/>
          </ac:spMkLst>
        </pc:spChg>
        <pc:spChg chg="add del mod">
          <ac:chgData name="Moote, Zachary" userId="7b72a343-2deb-41dc-b154-c2425a4c7184" providerId="ADAL" clId="{038C282A-E668-4264-B345-57F25FF0264F}" dt="2026-04-21T13:11:27.009" v="382" actId="26606"/>
          <ac:spMkLst>
            <pc:docMk/>
            <pc:sldMk cId="3819888368" sldId="257"/>
            <ac:spMk id="3" creationId="{67A4C63C-F186-6D14-EFDB-6C1C9C27E785}"/>
          </ac:spMkLst>
        </pc:spChg>
        <pc:spChg chg="add">
          <ac:chgData name="Moote, Zachary" userId="7b72a343-2deb-41dc-b154-c2425a4c7184" providerId="ADAL" clId="{038C282A-E668-4264-B345-57F25FF0264F}" dt="2026-04-21T13:11:27.009" v="382" actId="26606"/>
          <ac:spMkLst>
            <pc:docMk/>
            <pc:sldMk cId="3819888368" sldId="257"/>
            <ac:spMk id="6" creationId="{DBDA151C-5770-45E4-AAFF-59E7F403866D}"/>
          </ac:spMkLst>
        </pc:spChg>
        <pc:spChg chg="add del">
          <ac:chgData name="Moote, Zachary" userId="7b72a343-2deb-41dc-b154-c2425a4c7184" providerId="ADAL" clId="{038C282A-E668-4264-B345-57F25FF0264F}" dt="2026-04-21T12:51:02.728" v="127" actId="26606"/>
          <ac:spMkLst>
            <pc:docMk/>
            <pc:sldMk cId="3819888368" sldId="257"/>
            <ac:spMk id="11" creationId="{C52FAB7B-42C1-46AA-9C68-7AD281066C60}"/>
          </ac:spMkLst>
        </pc:spChg>
        <pc:spChg chg="add del">
          <ac:chgData name="Moote, Zachary" userId="7b72a343-2deb-41dc-b154-c2425a4c7184" providerId="ADAL" clId="{038C282A-E668-4264-B345-57F25FF0264F}" dt="2026-04-21T12:51:02.728" v="127" actId="26606"/>
          <ac:spMkLst>
            <pc:docMk/>
            <pc:sldMk cId="3819888368" sldId="257"/>
            <ac:spMk id="13" creationId="{F905206B-651D-4874-B365-85CC5F9C844C}"/>
          </ac:spMkLst>
        </pc:spChg>
        <pc:graphicFrameChg chg="add">
          <ac:chgData name="Moote, Zachary" userId="7b72a343-2deb-41dc-b154-c2425a4c7184" providerId="ADAL" clId="{038C282A-E668-4264-B345-57F25FF0264F}" dt="2026-04-21T13:11:27.009" v="382" actId="26606"/>
          <ac:graphicFrameMkLst>
            <pc:docMk/>
            <pc:sldMk cId="3819888368" sldId="257"/>
            <ac:graphicFrameMk id="8" creationId="{145D5E12-3461-8413-A6D0-0788CCE0145E}"/>
          </ac:graphicFrameMkLst>
        </pc:graphicFrameChg>
        <pc:picChg chg="add del">
          <ac:chgData name="Moote, Zachary" userId="7b72a343-2deb-41dc-b154-c2425a4c7184" providerId="ADAL" clId="{038C282A-E668-4264-B345-57F25FF0264F}" dt="2026-04-21T12:51:02.728" v="127" actId="26606"/>
          <ac:picMkLst>
            <pc:docMk/>
            <pc:sldMk cId="3819888368" sldId="257"/>
            <ac:picMk id="5" creationId="{5DBF6B8D-699E-6CC4-E83E-31F7D55FB62C}"/>
          </ac:picMkLst>
        </pc:picChg>
        <pc:cxnChg chg="add">
          <ac:chgData name="Moote, Zachary" userId="7b72a343-2deb-41dc-b154-c2425a4c7184" providerId="ADAL" clId="{038C282A-E668-4264-B345-57F25FF0264F}" dt="2026-04-21T13:11:27.009" v="382" actId="26606"/>
          <ac:cxnSpMkLst>
            <pc:docMk/>
            <pc:sldMk cId="3819888368" sldId="257"/>
            <ac:cxnSpMk id="7" creationId="{E62D3963-2153-4637-96E6-E31BD2CE5D0D}"/>
          </ac:cxnSpMkLst>
        </pc:cxnChg>
        <pc:cxnChg chg="add del">
          <ac:chgData name="Moote, Zachary" userId="7b72a343-2deb-41dc-b154-c2425a4c7184" providerId="ADAL" clId="{038C282A-E668-4264-B345-57F25FF0264F}" dt="2026-04-21T12:51:02.728" v="127" actId="26606"/>
          <ac:cxnSpMkLst>
            <pc:docMk/>
            <pc:sldMk cId="3819888368" sldId="257"/>
            <ac:cxnSpMk id="9" creationId="{118E06E4-607B-144B-382B-AD3D06B1EE8C}"/>
          </ac:cxnSpMkLst>
        </pc:cxnChg>
        <pc:cxnChg chg="add del">
          <ac:chgData name="Moote, Zachary" userId="7b72a343-2deb-41dc-b154-c2425a4c7184" providerId="ADAL" clId="{038C282A-E668-4264-B345-57F25FF0264F}" dt="2026-04-21T12:51:02.728" v="127" actId="26606"/>
          <ac:cxnSpMkLst>
            <pc:docMk/>
            <pc:sldMk cId="3819888368" sldId="257"/>
            <ac:cxnSpMk id="15" creationId="{F0CE0765-E93C-4D37-9D5F-D464EFB10FA7}"/>
          </ac:cxnSpMkLst>
        </pc:cxnChg>
      </pc:sldChg>
      <pc:sldChg chg="addSp modSp new mod setBg modNotesTx">
        <pc:chgData name="Moote, Zachary" userId="7b72a343-2deb-41dc-b154-c2425a4c7184" providerId="ADAL" clId="{038C282A-E668-4264-B345-57F25FF0264F}" dt="2026-04-21T13:10:50.836" v="381" actId="26606"/>
        <pc:sldMkLst>
          <pc:docMk/>
          <pc:sldMk cId="838706969" sldId="258"/>
        </pc:sldMkLst>
        <pc:spChg chg="mod">
          <ac:chgData name="Moote, Zachary" userId="7b72a343-2deb-41dc-b154-c2425a4c7184" providerId="ADAL" clId="{038C282A-E668-4264-B345-57F25FF0264F}" dt="2026-04-21T13:10:50.836" v="381" actId="26606"/>
          <ac:spMkLst>
            <pc:docMk/>
            <pc:sldMk cId="838706969" sldId="258"/>
            <ac:spMk id="2" creationId="{7E8FC0D9-0096-FA72-613A-08D5536162A6}"/>
          </ac:spMkLst>
        </pc:spChg>
        <pc:spChg chg="mod ord">
          <ac:chgData name="Moote, Zachary" userId="7b72a343-2deb-41dc-b154-c2425a4c7184" providerId="ADAL" clId="{038C282A-E668-4264-B345-57F25FF0264F}" dt="2026-04-21T13:10:50.836" v="381" actId="26606"/>
          <ac:spMkLst>
            <pc:docMk/>
            <pc:sldMk cId="838706969" sldId="258"/>
            <ac:spMk id="3" creationId="{914CB39B-D57D-3598-E91F-A3A3F6CBAE23}"/>
          </ac:spMkLst>
        </pc:spChg>
        <pc:spChg chg="add">
          <ac:chgData name="Moote, Zachary" userId="7b72a343-2deb-41dc-b154-c2425a4c7184" providerId="ADAL" clId="{038C282A-E668-4264-B345-57F25FF0264F}" dt="2026-04-21T13:10:50.836" v="381" actId="26606"/>
          <ac:spMkLst>
            <pc:docMk/>
            <pc:sldMk cId="838706969" sldId="258"/>
            <ac:spMk id="12" creationId="{744CAA32-F237-419C-A2DD-43C28D920D3C}"/>
          </ac:spMkLst>
        </pc:spChg>
        <pc:picChg chg="add mod">
          <ac:chgData name="Moote, Zachary" userId="7b72a343-2deb-41dc-b154-c2425a4c7184" providerId="ADAL" clId="{038C282A-E668-4264-B345-57F25FF0264F}" dt="2026-04-21T13:10:50.836" v="381" actId="26606"/>
          <ac:picMkLst>
            <pc:docMk/>
            <pc:sldMk cId="838706969" sldId="258"/>
            <ac:picMk id="5" creationId="{E2A104DE-6034-4DF0-1A06-75091B47DFD4}"/>
          </ac:picMkLst>
        </pc:picChg>
        <pc:picChg chg="add mod">
          <ac:chgData name="Moote, Zachary" userId="7b72a343-2deb-41dc-b154-c2425a4c7184" providerId="ADAL" clId="{038C282A-E668-4264-B345-57F25FF0264F}" dt="2026-04-21T13:10:50.836" v="381" actId="26606"/>
          <ac:picMkLst>
            <pc:docMk/>
            <pc:sldMk cId="838706969" sldId="258"/>
            <ac:picMk id="7" creationId="{40454F36-5675-FC21-8A7A-27D6160A88DA}"/>
          </ac:picMkLst>
        </pc:picChg>
        <pc:cxnChg chg="add">
          <ac:chgData name="Moote, Zachary" userId="7b72a343-2deb-41dc-b154-c2425a4c7184" providerId="ADAL" clId="{038C282A-E668-4264-B345-57F25FF0264F}" dt="2026-04-21T13:10:50.836" v="381" actId="26606"/>
          <ac:cxnSpMkLst>
            <pc:docMk/>
            <pc:sldMk cId="838706969" sldId="258"/>
            <ac:cxnSpMk id="14" creationId="{88D00D77-D299-4699-8F8E-BD436FF71518}"/>
          </ac:cxnSpMkLst>
        </pc:cxnChg>
      </pc:sldChg>
      <pc:sldChg chg="addSp delSp modSp new mod modNotesTx">
        <pc:chgData name="Moote, Zachary" userId="7b72a343-2deb-41dc-b154-c2425a4c7184" providerId="ADAL" clId="{038C282A-E668-4264-B345-57F25FF0264F}" dt="2026-04-21T13:19:53.149" v="658" actId="20577"/>
        <pc:sldMkLst>
          <pc:docMk/>
          <pc:sldMk cId="1826964349" sldId="259"/>
        </pc:sldMkLst>
        <pc:spChg chg="mod">
          <ac:chgData name="Moote, Zachary" userId="7b72a343-2deb-41dc-b154-c2425a4c7184" providerId="ADAL" clId="{038C282A-E668-4264-B345-57F25FF0264F}" dt="2026-04-21T12:51:36.999" v="175" actId="20577"/>
          <ac:spMkLst>
            <pc:docMk/>
            <pc:sldMk cId="1826964349" sldId="259"/>
            <ac:spMk id="2" creationId="{C745ABB7-CB32-7333-6AE7-C06516C59F13}"/>
          </ac:spMkLst>
        </pc:spChg>
        <pc:spChg chg="del mod">
          <ac:chgData name="Moote, Zachary" userId="7b72a343-2deb-41dc-b154-c2425a4c7184" providerId="ADAL" clId="{038C282A-E668-4264-B345-57F25FF0264F}" dt="2026-04-21T13:11:42.258" v="383" actId="26606"/>
          <ac:spMkLst>
            <pc:docMk/>
            <pc:sldMk cId="1826964349" sldId="259"/>
            <ac:spMk id="3" creationId="{EE6EDD27-3BEA-F542-7A51-D2A7C80BFF6E}"/>
          </ac:spMkLst>
        </pc:spChg>
        <pc:graphicFrameChg chg="add modGraphic">
          <ac:chgData name="Moote, Zachary" userId="7b72a343-2deb-41dc-b154-c2425a4c7184" providerId="ADAL" clId="{038C282A-E668-4264-B345-57F25FF0264F}" dt="2026-04-21T13:13:16.974" v="420" actId="20577"/>
          <ac:graphicFrameMkLst>
            <pc:docMk/>
            <pc:sldMk cId="1826964349" sldId="259"/>
            <ac:graphicFrameMk id="7" creationId="{D9C277BF-90D0-39B3-1169-42517915665E}"/>
          </ac:graphicFrameMkLst>
        </pc:graphicFrameChg>
        <pc:picChg chg="add mod">
          <ac:chgData name="Moote, Zachary" userId="7b72a343-2deb-41dc-b154-c2425a4c7184" providerId="ADAL" clId="{038C282A-E668-4264-B345-57F25FF0264F}" dt="2026-04-21T13:03:33.561" v="362" actId="1076"/>
          <ac:picMkLst>
            <pc:docMk/>
            <pc:sldMk cId="1826964349" sldId="259"/>
            <ac:picMk id="5" creationId="{71BCE073-DD80-1A24-A3CA-738CC75487CB}"/>
          </ac:picMkLst>
        </pc:picChg>
      </pc:sldChg>
      <pc:sldChg chg="addSp delSp modSp new mod setBg">
        <pc:chgData name="Moote, Zachary" userId="7b72a343-2deb-41dc-b154-c2425a4c7184" providerId="ADAL" clId="{038C282A-E668-4264-B345-57F25FF0264F}" dt="2026-04-21T13:16:58.247" v="600" actId="26606"/>
        <pc:sldMkLst>
          <pc:docMk/>
          <pc:sldMk cId="78973975" sldId="260"/>
        </pc:sldMkLst>
        <pc:spChg chg="mod">
          <ac:chgData name="Moote, Zachary" userId="7b72a343-2deb-41dc-b154-c2425a4c7184" providerId="ADAL" clId="{038C282A-E668-4264-B345-57F25FF0264F}" dt="2026-04-21T13:16:58.247" v="600" actId="26606"/>
          <ac:spMkLst>
            <pc:docMk/>
            <pc:sldMk cId="78973975" sldId="260"/>
            <ac:spMk id="2" creationId="{E4BD719D-A42C-5AF2-0E2F-7668EEA83972}"/>
          </ac:spMkLst>
        </pc:spChg>
        <pc:spChg chg="del mod">
          <ac:chgData name="Moote, Zachary" userId="7b72a343-2deb-41dc-b154-c2425a4c7184" providerId="ADAL" clId="{038C282A-E668-4264-B345-57F25FF0264F}" dt="2026-04-21T13:16:58.247" v="600" actId="26606"/>
          <ac:spMkLst>
            <pc:docMk/>
            <pc:sldMk cId="78973975" sldId="260"/>
            <ac:spMk id="3" creationId="{8E719E5F-4CF3-4EE1-C9E9-CCD0A72B2FAC}"/>
          </ac:spMkLst>
        </pc:spChg>
        <pc:spChg chg="add">
          <ac:chgData name="Moote, Zachary" userId="7b72a343-2deb-41dc-b154-c2425a4c7184" providerId="ADAL" clId="{038C282A-E668-4264-B345-57F25FF0264F}" dt="2026-04-21T13:16:58.247" v="600" actId="26606"/>
          <ac:spMkLst>
            <pc:docMk/>
            <pc:sldMk cId="78973975" sldId="260"/>
            <ac:spMk id="9" creationId="{A637580D-1176-4083-A9A1-BD8ED08996EC}"/>
          </ac:spMkLst>
        </pc:spChg>
        <pc:graphicFrameChg chg="add">
          <ac:chgData name="Moote, Zachary" userId="7b72a343-2deb-41dc-b154-c2425a4c7184" providerId="ADAL" clId="{038C282A-E668-4264-B345-57F25FF0264F}" dt="2026-04-21T13:16:58.247" v="600" actId="26606"/>
          <ac:graphicFrameMkLst>
            <pc:docMk/>
            <pc:sldMk cId="78973975" sldId="260"/>
            <ac:graphicFrameMk id="5" creationId="{DE5280DE-5B93-7099-4EAA-0019C81CFEAB}"/>
          </ac:graphicFrameMkLst>
        </pc:graphicFrameChg>
        <pc:cxnChg chg="add">
          <ac:chgData name="Moote, Zachary" userId="7b72a343-2deb-41dc-b154-c2425a4c7184" providerId="ADAL" clId="{038C282A-E668-4264-B345-57F25FF0264F}" dt="2026-04-21T13:16:58.247" v="600" actId="26606"/>
          <ac:cxnSpMkLst>
            <pc:docMk/>
            <pc:sldMk cId="78973975" sldId="260"/>
            <ac:cxnSpMk id="11" creationId="{B9C96FDC-E4C2-7D8A-44BA-572E7CD9E899}"/>
          </ac:cxnSpMkLst>
        </pc:cxnChg>
      </pc:sldChg>
      <pc:sldMasterChg chg="add del addSldLayout delSldLayout">
        <pc:chgData name="Moote, Zachary" userId="7b72a343-2deb-41dc-b154-c2425a4c7184" providerId="ADAL" clId="{038C282A-E668-4264-B345-57F25FF0264F}" dt="2026-04-20T17:00:29.646" v="10" actId="26606"/>
        <pc:sldMasterMkLst>
          <pc:docMk/>
          <pc:sldMasterMk cId="3404539542" sldId="2147483648"/>
        </pc:sldMasterMkLst>
        <pc:sldLayoutChg chg="add del">
          <pc:chgData name="Moote, Zachary" userId="7b72a343-2deb-41dc-b154-c2425a4c7184" providerId="ADAL" clId="{038C282A-E668-4264-B345-57F25FF0264F}" dt="2026-04-20T17:00:29.646" v="10" actId="26606"/>
          <pc:sldLayoutMkLst>
            <pc:docMk/>
            <pc:sldMasterMk cId="3404539542" sldId="2147483648"/>
            <pc:sldLayoutMk cId="607014981" sldId="2147483649"/>
          </pc:sldLayoutMkLst>
        </pc:sldLayoutChg>
        <pc:sldLayoutChg chg="add del">
          <pc:chgData name="Moote, Zachary" userId="7b72a343-2deb-41dc-b154-c2425a4c7184" providerId="ADAL" clId="{038C282A-E668-4264-B345-57F25FF0264F}" dt="2026-04-20T17:00:29.646" v="10" actId="26606"/>
          <pc:sldLayoutMkLst>
            <pc:docMk/>
            <pc:sldMasterMk cId="3404539542" sldId="2147483648"/>
            <pc:sldLayoutMk cId="265060882" sldId="2147483650"/>
          </pc:sldLayoutMkLst>
        </pc:sldLayoutChg>
        <pc:sldLayoutChg chg="add del">
          <pc:chgData name="Moote, Zachary" userId="7b72a343-2deb-41dc-b154-c2425a4c7184" providerId="ADAL" clId="{038C282A-E668-4264-B345-57F25FF0264F}" dt="2026-04-20T17:00:29.646" v="10" actId="26606"/>
          <pc:sldLayoutMkLst>
            <pc:docMk/>
            <pc:sldMasterMk cId="3404539542" sldId="2147483648"/>
            <pc:sldLayoutMk cId="1302136412" sldId="2147483651"/>
          </pc:sldLayoutMkLst>
        </pc:sldLayoutChg>
        <pc:sldLayoutChg chg="add del">
          <pc:chgData name="Moote, Zachary" userId="7b72a343-2deb-41dc-b154-c2425a4c7184" providerId="ADAL" clId="{038C282A-E668-4264-B345-57F25FF0264F}" dt="2026-04-20T17:00:29.646" v="10" actId="26606"/>
          <pc:sldLayoutMkLst>
            <pc:docMk/>
            <pc:sldMasterMk cId="3404539542" sldId="2147483648"/>
            <pc:sldLayoutMk cId="1742720465" sldId="2147483652"/>
          </pc:sldLayoutMkLst>
        </pc:sldLayoutChg>
        <pc:sldLayoutChg chg="add del">
          <pc:chgData name="Moote, Zachary" userId="7b72a343-2deb-41dc-b154-c2425a4c7184" providerId="ADAL" clId="{038C282A-E668-4264-B345-57F25FF0264F}" dt="2026-04-20T17:00:29.646" v="10" actId="26606"/>
          <pc:sldLayoutMkLst>
            <pc:docMk/>
            <pc:sldMasterMk cId="3404539542" sldId="2147483648"/>
            <pc:sldLayoutMk cId="1923630241" sldId="2147483653"/>
          </pc:sldLayoutMkLst>
        </pc:sldLayoutChg>
        <pc:sldLayoutChg chg="add del">
          <pc:chgData name="Moote, Zachary" userId="7b72a343-2deb-41dc-b154-c2425a4c7184" providerId="ADAL" clId="{038C282A-E668-4264-B345-57F25FF0264F}" dt="2026-04-20T17:00:29.646" v="10" actId="26606"/>
          <pc:sldLayoutMkLst>
            <pc:docMk/>
            <pc:sldMasterMk cId="3404539542" sldId="2147483648"/>
            <pc:sldLayoutMk cId="1124903388" sldId="2147483654"/>
          </pc:sldLayoutMkLst>
        </pc:sldLayoutChg>
        <pc:sldLayoutChg chg="add del">
          <pc:chgData name="Moote, Zachary" userId="7b72a343-2deb-41dc-b154-c2425a4c7184" providerId="ADAL" clId="{038C282A-E668-4264-B345-57F25FF0264F}" dt="2026-04-20T17:00:29.646" v="10" actId="26606"/>
          <pc:sldLayoutMkLst>
            <pc:docMk/>
            <pc:sldMasterMk cId="3404539542" sldId="2147483648"/>
            <pc:sldLayoutMk cId="1665513072" sldId="2147483655"/>
          </pc:sldLayoutMkLst>
        </pc:sldLayoutChg>
        <pc:sldLayoutChg chg="add del">
          <pc:chgData name="Moote, Zachary" userId="7b72a343-2deb-41dc-b154-c2425a4c7184" providerId="ADAL" clId="{038C282A-E668-4264-B345-57F25FF0264F}" dt="2026-04-20T17:00:29.646" v="10" actId="26606"/>
          <pc:sldLayoutMkLst>
            <pc:docMk/>
            <pc:sldMasterMk cId="3404539542" sldId="2147483648"/>
            <pc:sldLayoutMk cId="1619387310" sldId="2147483656"/>
          </pc:sldLayoutMkLst>
        </pc:sldLayoutChg>
        <pc:sldLayoutChg chg="add del">
          <pc:chgData name="Moote, Zachary" userId="7b72a343-2deb-41dc-b154-c2425a4c7184" providerId="ADAL" clId="{038C282A-E668-4264-B345-57F25FF0264F}" dt="2026-04-20T17:00:29.646" v="10" actId="26606"/>
          <pc:sldLayoutMkLst>
            <pc:docMk/>
            <pc:sldMasterMk cId="3404539542" sldId="2147483648"/>
            <pc:sldLayoutMk cId="788837052" sldId="2147483657"/>
          </pc:sldLayoutMkLst>
        </pc:sldLayoutChg>
        <pc:sldLayoutChg chg="add del">
          <pc:chgData name="Moote, Zachary" userId="7b72a343-2deb-41dc-b154-c2425a4c7184" providerId="ADAL" clId="{038C282A-E668-4264-B345-57F25FF0264F}" dt="2026-04-20T17:00:29.646" v="10" actId="26606"/>
          <pc:sldLayoutMkLst>
            <pc:docMk/>
            <pc:sldMasterMk cId="3404539542" sldId="2147483648"/>
            <pc:sldLayoutMk cId="1607786130" sldId="2147483658"/>
          </pc:sldLayoutMkLst>
        </pc:sldLayoutChg>
        <pc:sldLayoutChg chg="add del">
          <pc:chgData name="Moote, Zachary" userId="7b72a343-2deb-41dc-b154-c2425a4c7184" providerId="ADAL" clId="{038C282A-E668-4264-B345-57F25FF0264F}" dt="2026-04-20T17:00:29.646" v="10" actId="26606"/>
          <pc:sldLayoutMkLst>
            <pc:docMk/>
            <pc:sldMasterMk cId="3404539542" sldId="2147483648"/>
            <pc:sldLayoutMk cId="3134277648" sldId="2147483659"/>
          </pc:sldLayoutMkLst>
        </pc:sldLayoutChg>
      </pc:sldMasterChg>
      <pc:sldMasterChg chg="add del replId addSldLayout delSldLayout">
        <pc:chgData name="Moote, Zachary" userId="7b72a343-2deb-41dc-b154-c2425a4c7184" providerId="ADAL" clId="{038C282A-E668-4264-B345-57F25FF0264F}" dt="2026-04-20T17:00:29.595" v="9" actId="26606"/>
        <pc:sldMasterMkLst>
          <pc:docMk/>
          <pc:sldMasterMk cId="2210208601" sldId="2147483660"/>
        </pc:sldMasterMkLst>
        <pc:sldLayoutChg chg="add del">
          <pc:chgData name="Moote, Zachary" userId="7b72a343-2deb-41dc-b154-c2425a4c7184" providerId="ADAL" clId="{038C282A-E668-4264-B345-57F25FF0264F}" dt="2026-04-20T17:00:29.595" v="9" actId="26606"/>
          <pc:sldLayoutMkLst>
            <pc:docMk/>
            <pc:sldMasterMk cId="2210208601" sldId="2147483660"/>
            <pc:sldLayoutMk cId="2652715517" sldId="2147483661"/>
          </pc:sldLayoutMkLst>
        </pc:sldLayoutChg>
        <pc:sldLayoutChg chg="add del replId">
          <pc:chgData name="Moote, Zachary" userId="7b72a343-2deb-41dc-b154-c2425a4c7184" providerId="ADAL" clId="{038C282A-E668-4264-B345-57F25FF0264F}" dt="2026-04-20T17:00:29.595" v="9" actId="26606"/>
          <pc:sldLayoutMkLst>
            <pc:docMk/>
            <pc:sldMasterMk cId="2210208601" sldId="2147483660"/>
            <pc:sldLayoutMk cId="2299246607" sldId="2147483662"/>
          </pc:sldLayoutMkLst>
        </pc:sldLayoutChg>
        <pc:sldLayoutChg chg="add del replId">
          <pc:chgData name="Moote, Zachary" userId="7b72a343-2deb-41dc-b154-c2425a4c7184" providerId="ADAL" clId="{038C282A-E668-4264-B345-57F25FF0264F}" dt="2026-04-20T17:00:29.595" v="9" actId="26606"/>
          <pc:sldLayoutMkLst>
            <pc:docMk/>
            <pc:sldMasterMk cId="2210208601" sldId="2147483660"/>
            <pc:sldLayoutMk cId="2203897076" sldId="2147483663"/>
          </pc:sldLayoutMkLst>
        </pc:sldLayoutChg>
        <pc:sldLayoutChg chg="add del replId">
          <pc:chgData name="Moote, Zachary" userId="7b72a343-2deb-41dc-b154-c2425a4c7184" providerId="ADAL" clId="{038C282A-E668-4264-B345-57F25FF0264F}" dt="2026-04-20T17:00:29.595" v="9" actId="26606"/>
          <pc:sldLayoutMkLst>
            <pc:docMk/>
            <pc:sldMasterMk cId="2210208601" sldId="2147483660"/>
            <pc:sldLayoutMk cId="2738600369" sldId="2147483664"/>
          </pc:sldLayoutMkLst>
        </pc:sldLayoutChg>
        <pc:sldLayoutChg chg="add del replId">
          <pc:chgData name="Moote, Zachary" userId="7b72a343-2deb-41dc-b154-c2425a4c7184" providerId="ADAL" clId="{038C282A-E668-4264-B345-57F25FF0264F}" dt="2026-04-20T17:00:29.595" v="9" actId="26606"/>
          <pc:sldLayoutMkLst>
            <pc:docMk/>
            <pc:sldMasterMk cId="2210208601" sldId="2147483660"/>
            <pc:sldLayoutMk cId="1343686702" sldId="2147483665"/>
          </pc:sldLayoutMkLst>
        </pc:sldLayoutChg>
        <pc:sldLayoutChg chg="add del replId">
          <pc:chgData name="Moote, Zachary" userId="7b72a343-2deb-41dc-b154-c2425a4c7184" providerId="ADAL" clId="{038C282A-E668-4264-B345-57F25FF0264F}" dt="2026-04-20T17:00:29.595" v="9" actId="26606"/>
          <pc:sldLayoutMkLst>
            <pc:docMk/>
            <pc:sldMasterMk cId="2210208601" sldId="2147483660"/>
            <pc:sldLayoutMk cId="3195566823" sldId="2147483666"/>
          </pc:sldLayoutMkLst>
        </pc:sldLayoutChg>
        <pc:sldLayoutChg chg="add del replId">
          <pc:chgData name="Moote, Zachary" userId="7b72a343-2deb-41dc-b154-c2425a4c7184" providerId="ADAL" clId="{038C282A-E668-4264-B345-57F25FF0264F}" dt="2026-04-20T17:00:29.595" v="9" actId="26606"/>
          <pc:sldLayoutMkLst>
            <pc:docMk/>
            <pc:sldMasterMk cId="2210208601" sldId="2147483660"/>
            <pc:sldLayoutMk cId="2001048948" sldId="2147483667"/>
          </pc:sldLayoutMkLst>
        </pc:sldLayoutChg>
        <pc:sldLayoutChg chg="add del replId">
          <pc:chgData name="Moote, Zachary" userId="7b72a343-2deb-41dc-b154-c2425a4c7184" providerId="ADAL" clId="{038C282A-E668-4264-B345-57F25FF0264F}" dt="2026-04-20T17:00:29.595" v="9" actId="26606"/>
          <pc:sldLayoutMkLst>
            <pc:docMk/>
            <pc:sldMasterMk cId="2210208601" sldId="2147483660"/>
            <pc:sldLayoutMk cId="1341600900" sldId="2147483668"/>
          </pc:sldLayoutMkLst>
        </pc:sldLayoutChg>
        <pc:sldLayoutChg chg="add del replId">
          <pc:chgData name="Moote, Zachary" userId="7b72a343-2deb-41dc-b154-c2425a4c7184" providerId="ADAL" clId="{038C282A-E668-4264-B345-57F25FF0264F}" dt="2026-04-20T17:00:29.595" v="9" actId="26606"/>
          <pc:sldLayoutMkLst>
            <pc:docMk/>
            <pc:sldMasterMk cId="2210208601" sldId="2147483660"/>
            <pc:sldLayoutMk cId="1201701920" sldId="2147483669"/>
          </pc:sldLayoutMkLst>
        </pc:sldLayoutChg>
        <pc:sldLayoutChg chg="add del replId">
          <pc:chgData name="Moote, Zachary" userId="7b72a343-2deb-41dc-b154-c2425a4c7184" providerId="ADAL" clId="{038C282A-E668-4264-B345-57F25FF0264F}" dt="2026-04-20T17:00:29.595" v="9" actId="26606"/>
          <pc:sldLayoutMkLst>
            <pc:docMk/>
            <pc:sldMasterMk cId="2210208601" sldId="2147483660"/>
            <pc:sldLayoutMk cId="1015453875" sldId="2147483670"/>
          </pc:sldLayoutMkLst>
        </pc:sldLayoutChg>
        <pc:sldLayoutChg chg="add del replId">
          <pc:chgData name="Moote, Zachary" userId="7b72a343-2deb-41dc-b154-c2425a4c7184" providerId="ADAL" clId="{038C282A-E668-4264-B345-57F25FF0264F}" dt="2026-04-20T17:00:29.595" v="9" actId="26606"/>
          <pc:sldLayoutMkLst>
            <pc:docMk/>
            <pc:sldMasterMk cId="2210208601" sldId="2147483660"/>
            <pc:sldLayoutMk cId="1542628564" sldId="2147483671"/>
          </pc:sldLayoutMkLst>
        </pc:sldLayoutChg>
      </pc:sldMasterChg>
      <pc:sldMasterChg chg="add del addSldLayout delSldLayout">
        <pc:chgData name="Moote, Zachary" userId="7b72a343-2deb-41dc-b154-c2425a4c7184" providerId="ADAL" clId="{038C282A-E668-4264-B345-57F25FF0264F}" dt="2026-04-20T17:02:51.552" v="63" actId="26606"/>
        <pc:sldMasterMkLst>
          <pc:docMk/>
          <pc:sldMasterMk cId="875945772" sldId="2147483673"/>
        </pc:sldMasterMkLst>
        <pc:sldLayoutChg chg="add del">
          <pc:chgData name="Moote, Zachary" userId="7b72a343-2deb-41dc-b154-c2425a4c7184" providerId="ADAL" clId="{038C282A-E668-4264-B345-57F25FF0264F}" dt="2026-04-20T17:02:51.552" v="63" actId="26606"/>
          <pc:sldLayoutMkLst>
            <pc:docMk/>
            <pc:sldMasterMk cId="875945772" sldId="2147483673"/>
            <pc:sldLayoutMk cId="427474036" sldId="2147483662"/>
          </pc:sldLayoutMkLst>
        </pc:sldLayoutChg>
        <pc:sldLayoutChg chg="add del">
          <pc:chgData name="Moote, Zachary" userId="7b72a343-2deb-41dc-b154-c2425a4c7184" providerId="ADAL" clId="{038C282A-E668-4264-B345-57F25FF0264F}" dt="2026-04-20T17:02:51.552" v="63" actId="26606"/>
          <pc:sldLayoutMkLst>
            <pc:docMk/>
            <pc:sldMasterMk cId="875945772" sldId="2147483673"/>
            <pc:sldLayoutMk cId="2417507949" sldId="2147483663"/>
          </pc:sldLayoutMkLst>
        </pc:sldLayoutChg>
        <pc:sldLayoutChg chg="add del">
          <pc:chgData name="Moote, Zachary" userId="7b72a343-2deb-41dc-b154-c2425a4c7184" providerId="ADAL" clId="{038C282A-E668-4264-B345-57F25FF0264F}" dt="2026-04-20T17:02:51.552" v="63" actId="26606"/>
          <pc:sldLayoutMkLst>
            <pc:docMk/>
            <pc:sldMasterMk cId="875945772" sldId="2147483673"/>
            <pc:sldLayoutMk cId="1144249664" sldId="2147483664"/>
          </pc:sldLayoutMkLst>
        </pc:sldLayoutChg>
        <pc:sldLayoutChg chg="add del">
          <pc:chgData name="Moote, Zachary" userId="7b72a343-2deb-41dc-b154-c2425a4c7184" providerId="ADAL" clId="{038C282A-E668-4264-B345-57F25FF0264F}" dt="2026-04-20T17:02:51.552" v="63" actId="26606"/>
          <pc:sldLayoutMkLst>
            <pc:docMk/>
            <pc:sldMasterMk cId="875945772" sldId="2147483673"/>
            <pc:sldLayoutMk cId="947140551" sldId="2147483665"/>
          </pc:sldLayoutMkLst>
        </pc:sldLayoutChg>
        <pc:sldLayoutChg chg="add del">
          <pc:chgData name="Moote, Zachary" userId="7b72a343-2deb-41dc-b154-c2425a4c7184" providerId="ADAL" clId="{038C282A-E668-4264-B345-57F25FF0264F}" dt="2026-04-20T17:02:51.552" v="63" actId="26606"/>
          <pc:sldLayoutMkLst>
            <pc:docMk/>
            <pc:sldMasterMk cId="875945772" sldId="2147483673"/>
            <pc:sldLayoutMk cId="3793169185" sldId="2147483666"/>
          </pc:sldLayoutMkLst>
        </pc:sldLayoutChg>
        <pc:sldLayoutChg chg="add del">
          <pc:chgData name="Moote, Zachary" userId="7b72a343-2deb-41dc-b154-c2425a4c7184" providerId="ADAL" clId="{038C282A-E668-4264-B345-57F25FF0264F}" dt="2026-04-20T17:02:51.552" v="63" actId="26606"/>
          <pc:sldLayoutMkLst>
            <pc:docMk/>
            <pc:sldMasterMk cId="875945772" sldId="2147483673"/>
            <pc:sldLayoutMk cId="3202751665" sldId="2147483667"/>
          </pc:sldLayoutMkLst>
        </pc:sldLayoutChg>
        <pc:sldLayoutChg chg="add del">
          <pc:chgData name="Moote, Zachary" userId="7b72a343-2deb-41dc-b154-c2425a4c7184" providerId="ADAL" clId="{038C282A-E668-4264-B345-57F25FF0264F}" dt="2026-04-20T17:02:51.552" v="63" actId="26606"/>
          <pc:sldLayoutMkLst>
            <pc:docMk/>
            <pc:sldMasterMk cId="875945772" sldId="2147483673"/>
            <pc:sldLayoutMk cId="1922301308" sldId="2147483668"/>
          </pc:sldLayoutMkLst>
        </pc:sldLayoutChg>
        <pc:sldLayoutChg chg="add del">
          <pc:chgData name="Moote, Zachary" userId="7b72a343-2deb-41dc-b154-c2425a4c7184" providerId="ADAL" clId="{038C282A-E668-4264-B345-57F25FF0264F}" dt="2026-04-20T17:02:51.552" v="63" actId="26606"/>
          <pc:sldLayoutMkLst>
            <pc:docMk/>
            <pc:sldMasterMk cId="875945772" sldId="2147483673"/>
            <pc:sldLayoutMk cId="32656467" sldId="2147483669"/>
          </pc:sldLayoutMkLst>
        </pc:sldLayoutChg>
        <pc:sldLayoutChg chg="add del">
          <pc:chgData name="Moote, Zachary" userId="7b72a343-2deb-41dc-b154-c2425a4c7184" providerId="ADAL" clId="{038C282A-E668-4264-B345-57F25FF0264F}" dt="2026-04-20T17:02:51.552" v="63" actId="26606"/>
          <pc:sldLayoutMkLst>
            <pc:docMk/>
            <pc:sldMasterMk cId="875945772" sldId="2147483673"/>
            <pc:sldLayoutMk cId="3953936941" sldId="2147483670"/>
          </pc:sldLayoutMkLst>
        </pc:sldLayoutChg>
        <pc:sldLayoutChg chg="add del">
          <pc:chgData name="Moote, Zachary" userId="7b72a343-2deb-41dc-b154-c2425a4c7184" providerId="ADAL" clId="{038C282A-E668-4264-B345-57F25FF0264F}" dt="2026-04-20T17:02:51.552" v="63" actId="26606"/>
          <pc:sldLayoutMkLst>
            <pc:docMk/>
            <pc:sldMasterMk cId="875945772" sldId="2147483673"/>
            <pc:sldLayoutMk cId="1371872166" sldId="2147483671"/>
          </pc:sldLayoutMkLst>
        </pc:sldLayoutChg>
        <pc:sldLayoutChg chg="add del">
          <pc:chgData name="Moote, Zachary" userId="7b72a343-2deb-41dc-b154-c2425a4c7184" providerId="ADAL" clId="{038C282A-E668-4264-B345-57F25FF0264F}" dt="2026-04-20T17:02:51.552" v="63" actId="26606"/>
          <pc:sldLayoutMkLst>
            <pc:docMk/>
            <pc:sldMasterMk cId="875945772" sldId="2147483673"/>
            <pc:sldLayoutMk cId="3903196401" sldId="2147483672"/>
          </pc:sldLayoutMkLst>
        </pc:sldLayoutChg>
      </pc:sldMasterChg>
      <pc:sldMasterChg chg="add del addSldLayout delSldLayout">
        <pc:chgData name="Moote, Zachary" userId="7b72a343-2deb-41dc-b154-c2425a4c7184" providerId="ADAL" clId="{038C282A-E668-4264-B345-57F25FF0264F}" dt="2026-04-20T21:51:29.523" v="78" actId="26606"/>
        <pc:sldMasterMkLst>
          <pc:docMk/>
          <pc:sldMasterMk cId="2188931009" sldId="2147483685"/>
        </pc:sldMasterMkLst>
        <pc:sldLayoutChg chg="add del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88931009" sldId="2147483685"/>
            <pc:sldLayoutMk cId="3935606707" sldId="2147483674"/>
          </pc:sldLayoutMkLst>
        </pc:sldLayoutChg>
        <pc:sldLayoutChg chg="add del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88931009" sldId="2147483685"/>
            <pc:sldLayoutMk cId="4201437651" sldId="2147483675"/>
          </pc:sldLayoutMkLst>
        </pc:sldLayoutChg>
        <pc:sldLayoutChg chg="add del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88931009" sldId="2147483685"/>
            <pc:sldLayoutMk cId="1068882731" sldId="2147483676"/>
          </pc:sldLayoutMkLst>
        </pc:sldLayoutChg>
        <pc:sldLayoutChg chg="add del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88931009" sldId="2147483685"/>
            <pc:sldLayoutMk cId="1223421838" sldId="2147483677"/>
          </pc:sldLayoutMkLst>
        </pc:sldLayoutChg>
        <pc:sldLayoutChg chg="add del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88931009" sldId="2147483685"/>
            <pc:sldLayoutMk cId="1440790663" sldId="2147483678"/>
          </pc:sldLayoutMkLst>
        </pc:sldLayoutChg>
        <pc:sldLayoutChg chg="add del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88931009" sldId="2147483685"/>
            <pc:sldLayoutMk cId="1987582336" sldId="2147483679"/>
          </pc:sldLayoutMkLst>
        </pc:sldLayoutChg>
        <pc:sldLayoutChg chg="add del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88931009" sldId="2147483685"/>
            <pc:sldLayoutMk cId="1453528767" sldId="2147483680"/>
          </pc:sldLayoutMkLst>
        </pc:sldLayoutChg>
        <pc:sldLayoutChg chg="add del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88931009" sldId="2147483685"/>
            <pc:sldLayoutMk cId="1588021936" sldId="2147483681"/>
          </pc:sldLayoutMkLst>
        </pc:sldLayoutChg>
        <pc:sldLayoutChg chg="add del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88931009" sldId="2147483685"/>
            <pc:sldLayoutMk cId="604164383" sldId="2147483682"/>
          </pc:sldLayoutMkLst>
        </pc:sldLayoutChg>
        <pc:sldLayoutChg chg="add del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88931009" sldId="2147483685"/>
            <pc:sldLayoutMk cId="854470043" sldId="2147483683"/>
          </pc:sldLayoutMkLst>
        </pc:sldLayoutChg>
        <pc:sldLayoutChg chg="add del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88931009" sldId="2147483685"/>
            <pc:sldLayoutMk cId="3078327884" sldId="2147483684"/>
          </pc:sldLayoutMkLst>
        </pc:sldLayoutChg>
      </pc:sldMasterChg>
      <pc:sldMasterChg chg="add del addSldLayout delSldLayout">
        <pc:chgData name="Moote, Zachary" userId="7b72a343-2deb-41dc-b154-c2425a4c7184" providerId="ADAL" clId="{038C282A-E668-4264-B345-57F25FF0264F}" dt="2026-04-20T17:00:26.981" v="7" actId="26606"/>
        <pc:sldMasterMkLst>
          <pc:docMk/>
          <pc:sldMasterMk cId="1217080786" sldId="2147483686"/>
        </pc:sldMasterMkLst>
        <pc:sldLayoutChg chg="add del">
          <pc:chgData name="Moote, Zachary" userId="7b72a343-2deb-41dc-b154-c2425a4c7184" providerId="ADAL" clId="{038C282A-E668-4264-B345-57F25FF0264F}" dt="2026-04-20T17:00:26.981" v="7" actId="26606"/>
          <pc:sldLayoutMkLst>
            <pc:docMk/>
            <pc:sldMasterMk cId="1217080786" sldId="2147483686"/>
            <pc:sldLayoutMk cId="2113817725" sldId="2147483675"/>
          </pc:sldLayoutMkLst>
        </pc:sldLayoutChg>
        <pc:sldLayoutChg chg="add del">
          <pc:chgData name="Moote, Zachary" userId="7b72a343-2deb-41dc-b154-c2425a4c7184" providerId="ADAL" clId="{038C282A-E668-4264-B345-57F25FF0264F}" dt="2026-04-20T17:00:26.981" v="7" actId="26606"/>
          <pc:sldLayoutMkLst>
            <pc:docMk/>
            <pc:sldMasterMk cId="1217080786" sldId="2147483686"/>
            <pc:sldLayoutMk cId="3742598339" sldId="2147483676"/>
          </pc:sldLayoutMkLst>
        </pc:sldLayoutChg>
        <pc:sldLayoutChg chg="add del">
          <pc:chgData name="Moote, Zachary" userId="7b72a343-2deb-41dc-b154-c2425a4c7184" providerId="ADAL" clId="{038C282A-E668-4264-B345-57F25FF0264F}" dt="2026-04-20T17:00:26.981" v="7" actId="26606"/>
          <pc:sldLayoutMkLst>
            <pc:docMk/>
            <pc:sldMasterMk cId="1217080786" sldId="2147483686"/>
            <pc:sldLayoutMk cId="1224582607" sldId="2147483677"/>
          </pc:sldLayoutMkLst>
        </pc:sldLayoutChg>
        <pc:sldLayoutChg chg="add del">
          <pc:chgData name="Moote, Zachary" userId="7b72a343-2deb-41dc-b154-c2425a4c7184" providerId="ADAL" clId="{038C282A-E668-4264-B345-57F25FF0264F}" dt="2026-04-20T17:00:26.981" v="7" actId="26606"/>
          <pc:sldLayoutMkLst>
            <pc:docMk/>
            <pc:sldMasterMk cId="1217080786" sldId="2147483686"/>
            <pc:sldLayoutMk cId="2170691823" sldId="2147483678"/>
          </pc:sldLayoutMkLst>
        </pc:sldLayoutChg>
        <pc:sldLayoutChg chg="add del">
          <pc:chgData name="Moote, Zachary" userId="7b72a343-2deb-41dc-b154-c2425a4c7184" providerId="ADAL" clId="{038C282A-E668-4264-B345-57F25FF0264F}" dt="2026-04-20T17:00:26.981" v="7" actId="26606"/>
          <pc:sldLayoutMkLst>
            <pc:docMk/>
            <pc:sldMasterMk cId="1217080786" sldId="2147483686"/>
            <pc:sldLayoutMk cId="2177295539" sldId="2147483679"/>
          </pc:sldLayoutMkLst>
        </pc:sldLayoutChg>
        <pc:sldLayoutChg chg="add del">
          <pc:chgData name="Moote, Zachary" userId="7b72a343-2deb-41dc-b154-c2425a4c7184" providerId="ADAL" clId="{038C282A-E668-4264-B345-57F25FF0264F}" dt="2026-04-20T17:00:26.981" v="7" actId="26606"/>
          <pc:sldLayoutMkLst>
            <pc:docMk/>
            <pc:sldMasterMk cId="1217080786" sldId="2147483686"/>
            <pc:sldLayoutMk cId="418560679" sldId="2147483680"/>
          </pc:sldLayoutMkLst>
        </pc:sldLayoutChg>
        <pc:sldLayoutChg chg="add del">
          <pc:chgData name="Moote, Zachary" userId="7b72a343-2deb-41dc-b154-c2425a4c7184" providerId="ADAL" clId="{038C282A-E668-4264-B345-57F25FF0264F}" dt="2026-04-20T17:00:26.981" v="7" actId="26606"/>
          <pc:sldLayoutMkLst>
            <pc:docMk/>
            <pc:sldMasterMk cId="1217080786" sldId="2147483686"/>
            <pc:sldLayoutMk cId="398795446" sldId="2147483681"/>
          </pc:sldLayoutMkLst>
        </pc:sldLayoutChg>
        <pc:sldLayoutChg chg="add del">
          <pc:chgData name="Moote, Zachary" userId="7b72a343-2deb-41dc-b154-c2425a4c7184" providerId="ADAL" clId="{038C282A-E668-4264-B345-57F25FF0264F}" dt="2026-04-20T17:00:26.981" v="7" actId="26606"/>
          <pc:sldLayoutMkLst>
            <pc:docMk/>
            <pc:sldMasterMk cId="1217080786" sldId="2147483686"/>
            <pc:sldLayoutMk cId="2428532572" sldId="2147483682"/>
          </pc:sldLayoutMkLst>
        </pc:sldLayoutChg>
        <pc:sldLayoutChg chg="add del">
          <pc:chgData name="Moote, Zachary" userId="7b72a343-2deb-41dc-b154-c2425a4c7184" providerId="ADAL" clId="{038C282A-E668-4264-B345-57F25FF0264F}" dt="2026-04-20T17:00:26.981" v="7" actId="26606"/>
          <pc:sldLayoutMkLst>
            <pc:docMk/>
            <pc:sldMasterMk cId="1217080786" sldId="2147483686"/>
            <pc:sldLayoutMk cId="3033150349" sldId="2147483683"/>
          </pc:sldLayoutMkLst>
        </pc:sldLayoutChg>
        <pc:sldLayoutChg chg="add del">
          <pc:chgData name="Moote, Zachary" userId="7b72a343-2deb-41dc-b154-c2425a4c7184" providerId="ADAL" clId="{038C282A-E668-4264-B345-57F25FF0264F}" dt="2026-04-20T17:00:26.981" v="7" actId="26606"/>
          <pc:sldLayoutMkLst>
            <pc:docMk/>
            <pc:sldMasterMk cId="1217080786" sldId="2147483686"/>
            <pc:sldLayoutMk cId="575607361" sldId="2147483684"/>
          </pc:sldLayoutMkLst>
        </pc:sldLayoutChg>
        <pc:sldLayoutChg chg="add del">
          <pc:chgData name="Moote, Zachary" userId="7b72a343-2deb-41dc-b154-c2425a4c7184" providerId="ADAL" clId="{038C282A-E668-4264-B345-57F25FF0264F}" dt="2026-04-20T17:00:26.981" v="7" actId="26606"/>
          <pc:sldLayoutMkLst>
            <pc:docMk/>
            <pc:sldMasterMk cId="1217080786" sldId="2147483686"/>
            <pc:sldLayoutMk cId="259225785" sldId="2147483685"/>
          </pc:sldLayoutMkLst>
        </pc:sldLayoutChg>
      </pc:sldMasterChg>
      <pc:sldMasterChg chg="add addSldLayout">
        <pc:chgData name="Moote, Zachary" userId="7b72a343-2deb-41dc-b154-c2425a4c7184" providerId="ADAL" clId="{038C282A-E668-4264-B345-57F25FF0264F}" dt="2026-04-20T21:51:29.523" v="78" actId="26606"/>
        <pc:sldMasterMkLst>
          <pc:docMk/>
          <pc:sldMasterMk cId="2174366718" sldId="2147483686"/>
        </pc:sldMasterMkLst>
        <pc:sldLayoutChg chg="add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74366718" sldId="2147483686"/>
            <pc:sldLayoutMk cId="1339954549" sldId="2147483687"/>
          </pc:sldLayoutMkLst>
        </pc:sldLayoutChg>
        <pc:sldLayoutChg chg="add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74366718" sldId="2147483686"/>
            <pc:sldLayoutMk cId="3718245864" sldId="2147483688"/>
          </pc:sldLayoutMkLst>
        </pc:sldLayoutChg>
        <pc:sldLayoutChg chg="add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74366718" sldId="2147483686"/>
            <pc:sldLayoutMk cId="1844251338" sldId="2147483689"/>
          </pc:sldLayoutMkLst>
        </pc:sldLayoutChg>
        <pc:sldLayoutChg chg="add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74366718" sldId="2147483686"/>
            <pc:sldLayoutMk cId="1362369806" sldId="2147483690"/>
          </pc:sldLayoutMkLst>
        </pc:sldLayoutChg>
        <pc:sldLayoutChg chg="add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74366718" sldId="2147483686"/>
            <pc:sldLayoutMk cId="1656551359" sldId="2147483691"/>
          </pc:sldLayoutMkLst>
        </pc:sldLayoutChg>
        <pc:sldLayoutChg chg="add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74366718" sldId="2147483686"/>
            <pc:sldLayoutMk cId="2004343230" sldId="2147483692"/>
          </pc:sldLayoutMkLst>
        </pc:sldLayoutChg>
        <pc:sldLayoutChg chg="add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74366718" sldId="2147483686"/>
            <pc:sldLayoutMk cId="191340015" sldId="2147483693"/>
          </pc:sldLayoutMkLst>
        </pc:sldLayoutChg>
        <pc:sldLayoutChg chg="add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74366718" sldId="2147483686"/>
            <pc:sldLayoutMk cId="3316512761" sldId="2147483694"/>
          </pc:sldLayoutMkLst>
        </pc:sldLayoutChg>
        <pc:sldLayoutChg chg="add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74366718" sldId="2147483686"/>
            <pc:sldLayoutMk cId="284194286" sldId="2147483695"/>
          </pc:sldLayoutMkLst>
        </pc:sldLayoutChg>
        <pc:sldLayoutChg chg="add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74366718" sldId="2147483686"/>
            <pc:sldLayoutMk cId="3216089095" sldId="2147483696"/>
          </pc:sldLayoutMkLst>
        </pc:sldLayoutChg>
        <pc:sldLayoutChg chg="add">
          <pc:chgData name="Moote, Zachary" userId="7b72a343-2deb-41dc-b154-c2425a4c7184" providerId="ADAL" clId="{038C282A-E668-4264-B345-57F25FF0264F}" dt="2026-04-20T21:51:29.523" v="78" actId="26606"/>
          <pc:sldLayoutMkLst>
            <pc:docMk/>
            <pc:sldMasterMk cId="2174366718" sldId="2147483686"/>
            <pc:sldLayoutMk cId="1594213593" sldId="2147483697"/>
          </pc:sldLayoutMkLst>
        </pc:sldLayoutChg>
      </pc:sldMasterChg>
      <pc:sldMasterChg chg="add del addSldLayout delSldLayout">
        <pc:chgData name="Moote, Zachary" userId="7b72a343-2deb-41dc-b154-c2425a4c7184" providerId="ADAL" clId="{038C282A-E668-4264-B345-57F25FF0264F}" dt="2026-04-20T17:02:29.659" v="54" actId="26606"/>
        <pc:sldMasterMkLst>
          <pc:docMk/>
          <pc:sldMasterMk cId="2510155218" sldId="2147483711"/>
        </pc:sldMasterMkLst>
        <pc:sldLayoutChg chg="add del">
          <pc:chgData name="Moote, Zachary" userId="7b72a343-2deb-41dc-b154-c2425a4c7184" providerId="ADAL" clId="{038C282A-E668-4264-B345-57F25FF0264F}" dt="2026-04-20T17:02:29.659" v="54" actId="26606"/>
          <pc:sldLayoutMkLst>
            <pc:docMk/>
            <pc:sldMasterMk cId="2510155218" sldId="2147483711"/>
            <pc:sldLayoutMk cId="2518730123" sldId="2147483700"/>
          </pc:sldLayoutMkLst>
        </pc:sldLayoutChg>
        <pc:sldLayoutChg chg="add del">
          <pc:chgData name="Moote, Zachary" userId="7b72a343-2deb-41dc-b154-c2425a4c7184" providerId="ADAL" clId="{038C282A-E668-4264-B345-57F25FF0264F}" dt="2026-04-20T17:02:29.659" v="54" actId="26606"/>
          <pc:sldLayoutMkLst>
            <pc:docMk/>
            <pc:sldMasterMk cId="2510155218" sldId="2147483711"/>
            <pc:sldLayoutMk cId="1016170044" sldId="2147483701"/>
          </pc:sldLayoutMkLst>
        </pc:sldLayoutChg>
        <pc:sldLayoutChg chg="add del">
          <pc:chgData name="Moote, Zachary" userId="7b72a343-2deb-41dc-b154-c2425a4c7184" providerId="ADAL" clId="{038C282A-E668-4264-B345-57F25FF0264F}" dt="2026-04-20T17:02:29.659" v="54" actId="26606"/>
          <pc:sldLayoutMkLst>
            <pc:docMk/>
            <pc:sldMasterMk cId="2510155218" sldId="2147483711"/>
            <pc:sldLayoutMk cId="264870922" sldId="2147483702"/>
          </pc:sldLayoutMkLst>
        </pc:sldLayoutChg>
        <pc:sldLayoutChg chg="add del">
          <pc:chgData name="Moote, Zachary" userId="7b72a343-2deb-41dc-b154-c2425a4c7184" providerId="ADAL" clId="{038C282A-E668-4264-B345-57F25FF0264F}" dt="2026-04-20T17:02:29.659" v="54" actId="26606"/>
          <pc:sldLayoutMkLst>
            <pc:docMk/>
            <pc:sldMasterMk cId="2510155218" sldId="2147483711"/>
            <pc:sldLayoutMk cId="3423360468" sldId="2147483703"/>
          </pc:sldLayoutMkLst>
        </pc:sldLayoutChg>
        <pc:sldLayoutChg chg="add del">
          <pc:chgData name="Moote, Zachary" userId="7b72a343-2deb-41dc-b154-c2425a4c7184" providerId="ADAL" clId="{038C282A-E668-4264-B345-57F25FF0264F}" dt="2026-04-20T17:02:29.659" v="54" actId="26606"/>
          <pc:sldLayoutMkLst>
            <pc:docMk/>
            <pc:sldMasterMk cId="2510155218" sldId="2147483711"/>
            <pc:sldLayoutMk cId="3016519285" sldId="2147483704"/>
          </pc:sldLayoutMkLst>
        </pc:sldLayoutChg>
        <pc:sldLayoutChg chg="add del">
          <pc:chgData name="Moote, Zachary" userId="7b72a343-2deb-41dc-b154-c2425a4c7184" providerId="ADAL" clId="{038C282A-E668-4264-B345-57F25FF0264F}" dt="2026-04-20T17:02:29.659" v="54" actId="26606"/>
          <pc:sldLayoutMkLst>
            <pc:docMk/>
            <pc:sldMasterMk cId="2510155218" sldId="2147483711"/>
            <pc:sldLayoutMk cId="1514063437" sldId="2147483705"/>
          </pc:sldLayoutMkLst>
        </pc:sldLayoutChg>
        <pc:sldLayoutChg chg="add del">
          <pc:chgData name="Moote, Zachary" userId="7b72a343-2deb-41dc-b154-c2425a4c7184" providerId="ADAL" clId="{038C282A-E668-4264-B345-57F25FF0264F}" dt="2026-04-20T17:02:29.659" v="54" actId="26606"/>
          <pc:sldLayoutMkLst>
            <pc:docMk/>
            <pc:sldMasterMk cId="2510155218" sldId="2147483711"/>
            <pc:sldLayoutMk cId="2281330360" sldId="2147483706"/>
          </pc:sldLayoutMkLst>
        </pc:sldLayoutChg>
        <pc:sldLayoutChg chg="add del">
          <pc:chgData name="Moote, Zachary" userId="7b72a343-2deb-41dc-b154-c2425a4c7184" providerId="ADAL" clId="{038C282A-E668-4264-B345-57F25FF0264F}" dt="2026-04-20T17:02:29.659" v="54" actId="26606"/>
          <pc:sldLayoutMkLst>
            <pc:docMk/>
            <pc:sldMasterMk cId="2510155218" sldId="2147483711"/>
            <pc:sldLayoutMk cId="417291016" sldId="2147483707"/>
          </pc:sldLayoutMkLst>
        </pc:sldLayoutChg>
        <pc:sldLayoutChg chg="add del">
          <pc:chgData name="Moote, Zachary" userId="7b72a343-2deb-41dc-b154-c2425a4c7184" providerId="ADAL" clId="{038C282A-E668-4264-B345-57F25FF0264F}" dt="2026-04-20T17:02:29.659" v="54" actId="26606"/>
          <pc:sldLayoutMkLst>
            <pc:docMk/>
            <pc:sldMasterMk cId="2510155218" sldId="2147483711"/>
            <pc:sldLayoutMk cId="3665196663" sldId="2147483708"/>
          </pc:sldLayoutMkLst>
        </pc:sldLayoutChg>
        <pc:sldLayoutChg chg="add del">
          <pc:chgData name="Moote, Zachary" userId="7b72a343-2deb-41dc-b154-c2425a4c7184" providerId="ADAL" clId="{038C282A-E668-4264-B345-57F25FF0264F}" dt="2026-04-20T17:02:29.659" v="54" actId="26606"/>
          <pc:sldLayoutMkLst>
            <pc:docMk/>
            <pc:sldMasterMk cId="2510155218" sldId="2147483711"/>
            <pc:sldLayoutMk cId="2600516386" sldId="2147483709"/>
          </pc:sldLayoutMkLst>
        </pc:sldLayoutChg>
        <pc:sldLayoutChg chg="add del">
          <pc:chgData name="Moote, Zachary" userId="7b72a343-2deb-41dc-b154-c2425a4c7184" providerId="ADAL" clId="{038C282A-E668-4264-B345-57F25FF0264F}" dt="2026-04-20T17:02:29.659" v="54" actId="26606"/>
          <pc:sldLayoutMkLst>
            <pc:docMk/>
            <pc:sldMasterMk cId="2510155218" sldId="2147483711"/>
            <pc:sldLayoutMk cId="3682065807" sldId="2147483710"/>
          </pc:sldLayoutMkLst>
        </pc:sldLayoutChg>
      </pc:sldMasterChg>
      <pc:sldMasterChg chg="add del addSldLayout delSldLayout">
        <pc:chgData name="Moote, Zachary" userId="7b72a343-2deb-41dc-b154-c2425a4c7184" providerId="ADAL" clId="{038C282A-E668-4264-B345-57F25FF0264F}" dt="2026-04-20T17:00:25.723" v="5" actId="26606"/>
        <pc:sldMasterMkLst>
          <pc:docMk/>
          <pc:sldMasterMk cId="1652123297" sldId="2147483712"/>
        </pc:sldMasterMkLst>
        <pc:sldLayoutChg chg="add del">
          <pc:chgData name="Moote, Zachary" userId="7b72a343-2deb-41dc-b154-c2425a4c7184" providerId="ADAL" clId="{038C282A-E668-4264-B345-57F25FF0264F}" dt="2026-04-20T17:00:25.723" v="5" actId="26606"/>
          <pc:sldLayoutMkLst>
            <pc:docMk/>
            <pc:sldMasterMk cId="1652123297" sldId="2147483712"/>
            <pc:sldLayoutMk cId="4007387639" sldId="2147483701"/>
          </pc:sldLayoutMkLst>
        </pc:sldLayoutChg>
        <pc:sldLayoutChg chg="add del">
          <pc:chgData name="Moote, Zachary" userId="7b72a343-2deb-41dc-b154-c2425a4c7184" providerId="ADAL" clId="{038C282A-E668-4264-B345-57F25FF0264F}" dt="2026-04-20T17:00:25.723" v="5" actId="26606"/>
          <pc:sldLayoutMkLst>
            <pc:docMk/>
            <pc:sldMasterMk cId="1652123297" sldId="2147483712"/>
            <pc:sldLayoutMk cId="3692190416" sldId="2147483702"/>
          </pc:sldLayoutMkLst>
        </pc:sldLayoutChg>
        <pc:sldLayoutChg chg="add del">
          <pc:chgData name="Moote, Zachary" userId="7b72a343-2deb-41dc-b154-c2425a4c7184" providerId="ADAL" clId="{038C282A-E668-4264-B345-57F25FF0264F}" dt="2026-04-20T17:00:25.723" v="5" actId="26606"/>
          <pc:sldLayoutMkLst>
            <pc:docMk/>
            <pc:sldMasterMk cId="1652123297" sldId="2147483712"/>
            <pc:sldLayoutMk cId="2950151469" sldId="2147483703"/>
          </pc:sldLayoutMkLst>
        </pc:sldLayoutChg>
        <pc:sldLayoutChg chg="add del">
          <pc:chgData name="Moote, Zachary" userId="7b72a343-2deb-41dc-b154-c2425a4c7184" providerId="ADAL" clId="{038C282A-E668-4264-B345-57F25FF0264F}" dt="2026-04-20T17:00:25.723" v="5" actId="26606"/>
          <pc:sldLayoutMkLst>
            <pc:docMk/>
            <pc:sldMasterMk cId="1652123297" sldId="2147483712"/>
            <pc:sldLayoutMk cId="2984403518" sldId="2147483704"/>
          </pc:sldLayoutMkLst>
        </pc:sldLayoutChg>
        <pc:sldLayoutChg chg="add del">
          <pc:chgData name="Moote, Zachary" userId="7b72a343-2deb-41dc-b154-c2425a4c7184" providerId="ADAL" clId="{038C282A-E668-4264-B345-57F25FF0264F}" dt="2026-04-20T17:00:25.723" v="5" actId="26606"/>
          <pc:sldLayoutMkLst>
            <pc:docMk/>
            <pc:sldMasterMk cId="1652123297" sldId="2147483712"/>
            <pc:sldLayoutMk cId="2270962099" sldId="2147483705"/>
          </pc:sldLayoutMkLst>
        </pc:sldLayoutChg>
        <pc:sldLayoutChg chg="add del">
          <pc:chgData name="Moote, Zachary" userId="7b72a343-2deb-41dc-b154-c2425a4c7184" providerId="ADAL" clId="{038C282A-E668-4264-B345-57F25FF0264F}" dt="2026-04-20T17:00:25.723" v="5" actId="26606"/>
          <pc:sldLayoutMkLst>
            <pc:docMk/>
            <pc:sldMasterMk cId="1652123297" sldId="2147483712"/>
            <pc:sldLayoutMk cId="4008146152" sldId="2147483706"/>
          </pc:sldLayoutMkLst>
        </pc:sldLayoutChg>
        <pc:sldLayoutChg chg="add del">
          <pc:chgData name="Moote, Zachary" userId="7b72a343-2deb-41dc-b154-c2425a4c7184" providerId="ADAL" clId="{038C282A-E668-4264-B345-57F25FF0264F}" dt="2026-04-20T17:00:25.723" v="5" actId="26606"/>
          <pc:sldLayoutMkLst>
            <pc:docMk/>
            <pc:sldMasterMk cId="1652123297" sldId="2147483712"/>
            <pc:sldLayoutMk cId="283466973" sldId="2147483707"/>
          </pc:sldLayoutMkLst>
        </pc:sldLayoutChg>
        <pc:sldLayoutChg chg="add del">
          <pc:chgData name="Moote, Zachary" userId="7b72a343-2deb-41dc-b154-c2425a4c7184" providerId="ADAL" clId="{038C282A-E668-4264-B345-57F25FF0264F}" dt="2026-04-20T17:00:25.723" v="5" actId="26606"/>
          <pc:sldLayoutMkLst>
            <pc:docMk/>
            <pc:sldMasterMk cId="1652123297" sldId="2147483712"/>
            <pc:sldLayoutMk cId="1446535516" sldId="2147483708"/>
          </pc:sldLayoutMkLst>
        </pc:sldLayoutChg>
        <pc:sldLayoutChg chg="add del">
          <pc:chgData name="Moote, Zachary" userId="7b72a343-2deb-41dc-b154-c2425a4c7184" providerId="ADAL" clId="{038C282A-E668-4264-B345-57F25FF0264F}" dt="2026-04-20T17:00:25.723" v="5" actId="26606"/>
          <pc:sldLayoutMkLst>
            <pc:docMk/>
            <pc:sldMasterMk cId="1652123297" sldId="2147483712"/>
            <pc:sldLayoutMk cId="2027501349" sldId="2147483709"/>
          </pc:sldLayoutMkLst>
        </pc:sldLayoutChg>
        <pc:sldLayoutChg chg="add del">
          <pc:chgData name="Moote, Zachary" userId="7b72a343-2deb-41dc-b154-c2425a4c7184" providerId="ADAL" clId="{038C282A-E668-4264-B345-57F25FF0264F}" dt="2026-04-20T17:00:25.723" v="5" actId="26606"/>
          <pc:sldLayoutMkLst>
            <pc:docMk/>
            <pc:sldMasterMk cId="1652123297" sldId="2147483712"/>
            <pc:sldLayoutMk cId="1828250239" sldId="2147483710"/>
          </pc:sldLayoutMkLst>
        </pc:sldLayoutChg>
        <pc:sldLayoutChg chg="add del">
          <pc:chgData name="Moote, Zachary" userId="7b72a343-2deb-41dc-b154-c2425a4c7184" providerId="ADAL" clId="{038C282A-E668-4264-B345-57F25FF0264F}" dt="2026-04-20T17:00:25.723" v="5" actId="26606"/>
          <pc:sldLayoutMkLst>
            <pc:docMk/>
            <pc:sldMasterMk cId="1652123297" sldId="2147483712"/>
            <pc:sldLayoutMk cId="3684718223" sldId="214748371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F3BCC7-1920-4BAE-8BE6-A170B405145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558E412-CD48-439C-ABB2-548382086AF1}">
      <dgm:prSet/>
      <dgm:spPr/>
      <dgm:t>
        <a:bodyPr/>
        <a:lstStyle/>
        <a:p>
          <a:pPr>
            <a:defRPr cap="all"/>
          </a:pPr>
          <a:r>
            <a:rPr lang="en-US"/>
            <a:t>The universe as a nested, holographic projection</a:t>
          </a:r>
        </a:p>
      </dgm:t>
    </dgm:pt>
    <dgm:pt modelId="{A9BD1E7D-E51F-4F38-982A-11D3FC3111FE}" type="parTrans" cxnId="{CCD832D3-33F5-412F-8CE6-E1A04591FA22}">
      <dgm:prSet/>
      <dgm:spPr/>
      <dgm:t>
        <a:bodyPr/>
        <a:lstStyle/>
        <a:p>
          <a:endParaRPr lang="en-US"/>
        </a:p>
      </dgm:t>
    </dgm:pt>
    <dgm:pt modelId="{B8909679-D643-4021-BC2C-5846D729D032}" type="sibTrans" cxnId="{CCD832D3-33F5-412F-8CE6-E1A04591FA22}">
      <dgm:prSet/>
      <dgm:spPr/>
      <dgm:t>
        <a:bodyPr/>
        <a:lstStyle/>
        <a:p>
          <a:endParaRPr lang="en-US"/>
        </a:p>
      </dgm:t>
    </dgm:pt>
    <dgm:pt modelId="{B270CD17-58BD-441E-AC2B-2981FDC9741B}">
      <dgm:prSet/>
      <dgm:spPr/>
      <dgm:t>
        <a:bodyPr/>
        <a:lstStyle/>
        <a:p>
          <a:pPr>
            <a:defRPr cap="all"/>
          </a:pPr>
          <a:r>
            <a:rPr lang="en-US"/>
            <a:t>Black Holes as information-processing gateways</a:t>
          </a:r>
        </a:p>
      </dgm:t>
    </dgm:pt>
    <dgm:pt modelId="{CD68D025-3384-4627-8D99-D47889774AAC}" type="parTrans" cxnId="{6F66D4B6-050A-4B4A-A314-8D32562CA36E}">
      <dgm:prSet/>
      <dgm:spPr/>
      <dgm:t>
        <a:bodyPr/>
        <a:lstStyle/>
        <a:p>
          <a:endParaRPr lang="en-US"/>
        </a:p>
      </dgm:t>
    </dgm:pt>
    <dgm:pt modelId="{6986B649-393C-4756-827F-280E90C710B2}" type="sibTrans" cxnId="{6F66D4B6-050A-4B4A-A314-8D32562CA36E}">
      <dgm:prSet/>
      <dgm:spPr/>
      <dgm:t>
        <a:bodyPr/>
        <a:lstStyle/>
        <a:p>
          <a:endParaRPr lang="en-US"/>
        </a:p>
      </dgm:t>
    </dgm:pt>
    <dgm:pt modelId="{F8F0572C-11A5-4768-86BF-8B173F26338C}" type="pres">
      <dgm:prSet presAssocID="{C5F3BCC7-1920-4BAE-8BE6-A170B4051450}" presName="root" presStyleCnt="0">
        <dgm:presLayoutVars>
          <dgm:dir/>
          <dgm:resizeHandles val="exact"/>
        </dgm:presLayoutVars>
      </dgm:prSet>
      <dgm:spPr/>
    </dgm:pt>
    <dgm:pt modelId="{A7F8610F-1EFC-4E83-80E1-33071A2A8F1C}" type="pres">
      <dgm:prSet presAssocID="{2558E412-CD48-439C-ABB2-548382086AF1}" presName="compNode" presStyleCnt="0"/>
      <dgm:spPr/>
    </dgm:pt>
    <dgm:pt modelId="{9DBDD61B-3BAE-4872-A7FC-C0BBF5D36262}" type="pres">
      <dgm:prSet presAssocID="{2558E412-CD48-439C-ABB2-548382086AF1}" presName="iconBgRect" presStyleLbl="bgShp" presStyleIdx="0" presStyleCnt="2"/>
      <dgm:spPr/>
    </dgm:pt>
    <dgm:pt modelId="{A2659092-F567-4A96-8A83-4907C44F3E31}" type="pres">
      <dgm:prSet presAssocID="{2558E412-CD48-439C-ABB2-548382086AF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BD5CD2BE-4F78-41D0-93F2-62540B679128}" type="pres">
      <dgm:prSet presAssocID="{2558E412-CD48-439C-ABB2-548382086AF1}" presName="spaceRect" presStyleCnt="0"/>
      <dgm:spPr/>
    </dgm:pt>
    <dgm:pt modelId="{269E3603-BC15-48E2-AFEE-848C284A714B}" type="pres">
      <dgm:prSet presAssocID="{2558E412-CD48-439C-ABB2-548382086AF1}" presName="textRect" presStyleLbl="revTx" presStyleIdx="0" presStyleCnt="2">
        <dgm:presLayoutVars>
          <dgm:chMax val="1"/>
          <dgm:chPref val="1"/>
        </dgm:presLayoutVars>
      </dgm:prSet>
      <dgm:spPr/>
    </dgm:pt>
    <dgm:pt modelId="{BFD3D047-B1D9-4675-AFA5-7A652F4515C9}" type="pres">
      <dgm:prSet presAssocID="{B8909679-D643-4021-BC2C-5846D729D032}" presName="sibTrans" presStyleCnt="0"/>
      <dgm:spPr/>
    </dgm:pt>
    <dgm:pt modelId="{33AB6EEE-AF37-41B3-A16A-275A526034DD}" type="pres">
      <dgm:prSet presAssocID="{B270CD17-58BD-441E-AC2B-2981FDC9741B}" presName="compNode" presStyleCnt="0"/>
      <dgm:spPr/>
    </dgm:pt>
    <dgm:pt modelId="{37FFB5FF-26CB-4241-B363-6282EE31CA32}" type="pres">
      <dgm:prSet presAssocID="{B270CD17-58BD-441E-AC2B-2981FDC9741B}" presName="iconBgRect" presStyleLbl="bgShp" presStyleIdx="1" presStyleCnt="2"/>
      <dgm:spPr/>
    </dgm:pt>
    <dgm:pt modelId="{97B94AC3-3E7A-43A3-9E48-09F2BF2CFAD0}" type="pres">
      <dgm:prSet presAssocID="{B270CD17-58BD-441E-AC2B-2981FDC9741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419F3D8-526F-44F0-A598-A9FDB0145141}" type="pres">
      <dgm:prSet presAssocID="{B270CD17-58BD-441E-AC2B-2981FDC9741B}" presName="spaceRect" presStyleCnt="0"/>
      <dgm:spPr/>
    </dgm:pt>
    <dgm:pt modelId="{C6026632-0B15-40FA-B2D1-67CCC053358A}" type="pres">
      <dgm:prSet presAssocID="{B270CD17-58BD-441E-AC2B-2981FDC9741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A8E7F1E-EDD0-4A10-85F7-3EF455A6CAB4}" type="presOf" srcId="{C5F3BCC7-1920-4BAE-8BE6-A170B4051450}" destId="{F8F0572C-11A5-4768-86BF-8B173F26338C}" srcOrd="0" destOrd="0" presId="urn:microsoft.com/office/officeart/2018/5/layout/IconCircleLabelList"/>
    <dgm:cxn modelId="{2B4FC93E-1EC7-435C-AB61-2A44B7FEC5A3}" type="presOf" srcId="{B270CD17-58BD-441E-AC2B-2981FDC9741B}" destId="{C6026632-0B15-40FA-B2D1-67CCC053358A}" srcOrd="0" destOrd="0" presId="urn:microsoft.com/office/officeart/2018/5/layout/IconCircleLabelList"/>
    <dgm:cxn modelId="{C0D9EC48-04D8-43EE-B6CE-814A3336B700}" type="presOf" srcId="{2558E412-CD48-439C-ABB2-548382086AF1}" destId="{269E3603-BC15-48E2-AFEE-848C284A714B}" srcOrd="0" destOrd="0" presId="urn:microsoft.com/office/officeart/2018/5/layout/IconCircleLabelList"/>
    <dgm:cxn modelId="{6F66D4B6-050A-4B4A-A314-8D32562CA36E}" srcId="{C5F3BCC7-1920-4BAE-8BE6-A170B4051450}" destId="{B270CD17-58BD-441E-AC2B-2981FDC9741B}" srcOrd="1" destOrd="0" parTransId="{CD68D025-3384-4627-8D99-D47889774AAC}" sibTransId="{6986B649-393C-4756-827F-280E90C710B2}"/>
    <dgm:cxn modelId="{CCD832D3-33F5-412F-8CE6-E1A04591FA22}" srcId="{C5F3BCC7-1920-4BAE-8BE6-A170B4051450}" destId="{2558E412-CD48-439C-ABB2-548382086AF1}" srcOrd="0" destOrd="0" parTransId="{A9BD1E7D-E51F-4F38-982A-11D3FC3111FE}" sibTransId="{B8909679-D643-4021-BC2C-5846D729D032}"/>
    <dgm:cxn modelId="{AD6B9580-74C7-4B3B-A34A-66C2EC9F7AF8}" type="presParOf" srcId="{F8F0572C-11A5-4768-86BF-8B173F26338C}" destId="{A7F8610F-1EFC-4E83-80E1-33071A2A8F1C}" srcOrd="0" destOrd="0" presId="urn:microsoft.com/office/officeart/2018/5/layout/IconCircleLabelList"/>
    <dgm:cxn modelId="{E3C3A0A4-3F26-4484-8DEC-B817AAA5B89A}" type="presParOf" srcId="{A7F8610F-1EFC-4E83-80E1-33071A2A8F1C}" destId="{9DBDD61B-3BAE-4872-A7FC-C0BBF5D36262}" srcOrd="0" destOrd="0" presId="urn:microsoft.com/office/officeart/2018/5/layout/IconCircleLabelList"/>
    <dgm:cxn modelId="{E2005071-9CC2-4901-B16C-D3200EFB3F88}" type="presParOf" srcId="{A7F8610F-1EFC-4E83-80E1-33071A2A8F1C}" destId="{A2659092-F567-4A96-8A83-4907C44F3E31}" srcOrd="1" destOrd="0" presId="urn:microsoft.com/office/officeart/2018/5/layout/IconCircleLabelList"/>
    <dgm:cxn modelId="{5602C587-A2A9-4A4A-9CE7-E8E9EE84F585}" type="presParOf" srcId="{A7F8610F-1EFC-4E83-80E1-33071A2A8F1C}" destId="{BD5CD2BE-4F78-41D0-93F2-62540B679128}" srcOrd="2" destOrd="0" presId="urn:microsoft.com/office/officeart/2018/5/layout/IconCircleLabelList"/>
    <dgm:cxn modelId="{122BA3BA-F59F-42E3-AEB2-62EF5A4A0F6E}" type="presParOf" srcId="{A7F8610F-1EFC-4E83-80E1-33071A2A8F1C}" destId="{269E3603-BC15-48E2-AFEE-848C284A714B}" srcOrd="3" destOrd="0" presId="urn:microsoft.com/office/officeart/2018/5/layout/IconCircleLabelList"/>
    <dgm:cxn modelId="{287B11F4-B699-47F3-B30B-92B15DE71661}" type="presParOf" srcId="{F8F0572C-11A5-4768-86BF-8B173F26338C}" destId="{BFD3D047-B1D9-4675-AFA5-7A652F4515C9}" srcOrd="1" destOrd="0" presId="urn:microsoft.com/office/officeart/2018/5/layout/IconCircleLabelList"/>
    <dgm:cxn modelId="{119951A4-F962-461F-B28F-7564EA957B81}" type="presParOf" srcId="{F8F0572C-11A5-4768-86BF-8B173F26338C}" destId="{33AB6EEE-AF37-41B3-A16A-275A526034DD}" srcOrd="2" destOrd="0" presId="urn:microsoft.com/office/officeart/2018/5/layout/IconCircleLabelList"/>
    <dgm:cxn modelId="{63F4F53C-92D4-4320-9514-AA3BC54B117D}" type="presParOf" srcId="{33AB6EEE-AF37-41B3-A16A-275A526034DD}" destId="{37FFB5FF-26CB-4241-B363-6282EE31CA32}" srcOrd="0" destOrd="0" presId="urn:microsoft.com/office/officeart/2018/5/layout/IconCircleLabelList"/>
    <dgm:cxn modelId="{56C4E42F-86BB-46D6-BCBE-F65D9289B07B}" type="presParOf" srcId="{33AB6EEE-AF37-41B3-A16A-275A526034DD}" destId="{97B94AC3-3E7A-43A3-9E48-09F2BF2CFAD0}" srcOrd="1" destOrd="0" presId="urn:microsoft.com/office/officeart/2018/5/layout/IconCircleLabelList"/>
    <dgm:cxn modelId="{9E5F619F-0142-4A0B-9126-AA1C5B63EE99}" type="presParOf" srcId="{33AB6EEE-AF37-41B3-A16A-275A526034DD}" destId="{8419F3D8-526F-44F0-A598-A9FDB0145141}" srcOrd="2" destOrd="0" presId="urn:microsoft.com/office/officeart/2018/5/layout/IconCircleLabelList"/>
    <dgm:cxn modelId="{2C1F474F-B11A-4AA9-B0C7-62E1ED490F51}" type="presParOf" srcId="{33AB6EEE-AF37-41B3-A16A-275A526034DD}" destId="{C6026632-0B15-40FA-B2D1-67CCC053358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BC57F8-E1E5-4ABE-BF89-A4BB34EFBDA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FE37C0-96FE-4E80-95A0-20DFDBB2AB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Entropy                  bounds limit cosmic information capacity.</a:t>
          </a:r>
        </a:p>
      </dgm:t>
    </dgm:pt>
    <dgm:pt modelId="{5284627C-1586-4ED7-9539-40A7E129BFD1}" type="parTrans" cxnId="{0966BE93-4F18-4CAA-BB0D-C8A40016C8A9}">
      <dgm:prSet/>
      <dgm:spPr/>
      <dgm:t>
        <a:bodyPr/>
        <a:lstStyle/>
        <a:p>
          <a:endParaRPr lang="en-US"/>
        </a:p>
      </dgm:t>
    </dgm:pt>
    <dgm:pt modelId="{76B31121-54AC-4A6B-80A3-6A3B0E3ABF10}" type="sibTrans" cxnId="{0966BE93-4F18-4CAA-BB0D-C8A40016C8A9}">
      <dgm:prSet/>
      <dgm:spPr/>
      <dgm:t>
        <a:bodyPr/>
        <a:lstStyle/>
        <a:p>
          <a:endParaRPr lang="en-US"/>
        </a:p>
      </dgm:t>
    </dgm:pt>
    <dgm:pt modelId="{AC99A417-0BE2-48A7-B4A7-4DFB604F22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Fractals optimize data density.</a:t>
          </a:r>
        </a:p>
      </dgm:t>
    </dgm:pt>
    <dgm:pt modelId="{4F99AE66-5DD7-4CA5-89EF-094F087C0E38}" type="parTrans" cxnId="{B56FDB9D-F8A6-4BAA-BBB7-3A31C19262B1}">
      <dgm:prSet/>
      <dgm:spPr/>
      <dgm:t>
        <a:bodyPr/>
        <a:lstStyle/>
        <a:p>
          <a:endParaRPr lang="en-US"/>
        </a:p>
      </dgm:t>
    </dgm:pt>
    <dgm:pt modelId="{B8D06E4D-B2B0-4C27-B3F4-C2A64EDB283E}" type="sibTrans" cxnId="{B56FDB9D-F8A6-4BAA-BBB7-3A31C19262B1}">
      <dgm:prSet/>
      <dgm:spPr/>
      <dgm:t>
        <a:bodyPr/>
        <a:lstStyle/>
        <a:p>
          <a:endParaRPr lang="en-US"/>
        </a:p>
      </dgm:t>
    </dgm:pt>
    <dgm:pt modelId="{BFBCBC4F-FBD4-45F8-BE1A-A3D87EB496E7}" type="pres">
      <dgm:prSet presAssocID="{ECBC57F8-E1E5-4ABE-BF89-A4BB34EFBDA0}" presName="root" presStyleCnt="0">
        <dgm:presLayoutVars>
          <dgm:dir/>
          <dgm:resizeHandles val="exact"/>
        </dgm:presLayoutVars>
      </dgm:prSet>
      <dgm:spPr/>
    </dgm:pt>
    <dgm:pt modelId="{BA8CCC22-4ED3-4ABE-91E3-AA89CF6C2435}" type="pres">
      <dgm:prSet presAssocID="{F8FE37C0-96FE-4E80-95A0-20DFDBB2ABFB}" presName="compNode" presStyleCnt="0"/>
      <dgm:spPr/>
    </dgm:pt>
    <dgm:pt modelId="{54FCE219-1907-42A4-A230-EE1682F2B6DC}" type="pres">
      <dgm:prSet presAssocID="{F8FE37C0-96FE-4E80-95A0-20DFDBB2ABF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4346D733-8716-4743-94EA-FBD8760A1BA9}" type="pres">
      <dgm:prSet presAssocID="{F8FE37C0-96FE-4E80-95A0-20DFDBB2ABFB}" presName="spaceRect" presStyleCnt="0"/>
      <dgm:spPr/>
    </dgm:pt>
    <dgm:pt modelId="{E575B7CD-E2CA-4BA2-AFFC-34BFFBE06587}" type="pres">
      <dgm:prSet presAssocID="{F8FE37C0-96FE-4E80-95A0-20DFDBB2ABFB}" presName="textRect" presStyleLbl="revTx" presStyleIdx="0" presStyleCnt="2">
        <dgm:presLayoutVars>
          <dgm:chMax val="1"/>
          <dgm:chPref val="1"/>
        </dgm:presLayoutVars>
      </dgm:prSet>
      <dgm:spPr/>
    </dgm:pt>
    <dgm:pt modelId="{4CADAB3D-2A58-41DB-A932-5323B94B23DE}" type="pres">
      <dgm:prSet presAssocID="{76B31121-54AC-4A6B-80A3-6A3B0E3ABF10}" presName="sibTrans" presStyleCnt="0"/>
      <dgm:spPr/>
    </dgm:pt>
    <dgm:pt modelId="{2DE7807C-A32E-421B-9161-1966DDDF9804}" type="pres">
      <dgm:prSet presAssocID="{AC99A417-0BE2-48A7-B4A7-4DFB604F2213}" presName="compNode" presStyleCnt="0"/>
      <dgm:spPr/>
    </dgm:pt>
    <dgm:pt modelId="{88151597-0B39-4E76-9DA5-4BF27BBBC8B7}" type="pres">
      <dgm:prSet presAssocID="{AC99A417-0BE2-48A7-B4A7-4DFB604F221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C51DC5B3-1BF6-4C81-8D48-005191001AB2}" type="pres">
      <dgm:prSet presAssocID="{AC99A417-0BE2-48A7-B4A7-4DFB604F2213}" presName="spaceRect" presStyleCnt="0"/>
      <dgm:spPr/>
    </dgm:pt>
    <dgm:pt modelId="{5C7FC551-D333-44ED-ACB5-9071133FEBA4}" type="pres">
      <dgm:prSet presAssocID="{AC99A417-0BE2-48A7-B4A7-4DFB604F221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999262D-D14E-4F0D-8A9E-1E6F57CE9435}" type="presOf" srcId="{F8FE37C0-96FE-4E80-95A0-20DFDBB2ABFB}" destId="{E575B7CD-E2CA-4BA2-AFFC-34BFFBE06587}" srcOrd="0" destOrd="0" presId="urn:microsoft.com/office/officeart/2018/2/layout/IconLabelList"/>
    <dgm:cxn modelId="{AFDFA640-80D1-4178-B2B1-EC3D995FF2AD}" type="presOf" srcId="{AC99A417-0BE2-48A7-B4A7-4DFB604F2213}" destId="{5C7FC551-D333-44ED-ACB5-9071133FEBA4}" srcOrd="0" destOrd="0" presId="urn:microsoft.com/office/officeart/2018/2/layout/IconLabelList"/>
    <dgm:cxn modelId="{0966BE93-4F18-4CAA-BB0D-C8A40016C8A9}" srcId="{ECBC57F8-E1E5-4ABE-BF89-A4BB34EFBDA0}" destId="{F8FE37C0-96FE-4E80-95A0-20DFDBB2ABFB}" srcOrd="0" destOrd="0" parTransId="{5284627C-1586-4ED7-9539-40A7E129BFD1}" sibTransId="{76B31121-54AC-4A6B-80A3-6A3B0E3ABF10}"/>
    <dgm:cxn modelId="{B56FDB9D-F8A6-4BAA-BBB7-3A31C19262B1}" srcId="{ECBC57F8-E1E5-4ABE-BF89-A4BB34EFBDA0}" destId="{AC99A417-0BE2-48A7-B4A7-4DFB604F2213}" srcOrd="1" destOrd="0" parTransId="{4F99AE66-5DD7-4CA5-89EF-094F087C0E38}" sibTransId="{B8D06E4D-B2B0-4C27-B3F4-C2A64EDB283E}"/>
    <dgm:cxn modelId="{842D2CC3-1D97-47FA-AE89-2070D33760AF}" type="presOf" srcId="{ECBC57F8-E1E5-4ABE-BF89-A4BB34EFBDA0}" destId="{BFBCBC4F-FBD4-45F8-BE1A-A3D87EB496E7}" srcOrd="0" destOrd="0" presId="urn:microsoft.com/office/officeart/2018/2/layout/IconLabelList"/>
    <dgm:cxn modelId="{F348EF06-E6CA-42FB-99A9-9057C9D5F166}" type="presParOf" srcId="{BFBCBC4F-FBD4-45F8-BE1A-A3D87EB496E7}" destId="{BA8CCC22-4ED3-4ABE-91E3-AA89CF6C2435}" srcOrd="0" destOrd="0" presId="urn:microsoft.com/office/officeart/2018/2/layout/IconLabelList"/>
    <dgm:cxn modelId="{CA9B130E-9564-4F40-B055-DF47139F119F}" type="presParOf" srcId="{BA8CCC22-4ED3-4ABE-91E3-AA89CF6C2435}" destId="{54FCE219-1907-42A4-A230-EE1682F2B6DC}" srcOrd="0" destOrd="0" presId="urn:microsoft.com/office/officeart/2018/2/layout/IconLabelList"/>
    <dgm:cxn modelId="{AE1BCBE5-6D33-445F-8436-262D3BD47EAE}" type="presParOf" srcId="{BA8CCC22-4ED3-4ABE-91E3-AA89CF6C2435}" destId="{4346D733-8716-4743-94EA-FBD8760A1BA9}" srcOrd="1" destOrd="0" presId="urn:microsoft.com/office/officeart/2018/2/layout/IconLabelList"/>
    <dgm:cxn modelId="{210A2D72-5F04-4B82-92D0-8F99E250B95B}" type="presParOf" srcId="{BA8CCC22-4ED3-4ABE-91E3-AA89CF6C2435}" destId="{E575B7CD-E2CA-4BA2-AFFC-34BFFBE06587}" srcOrd="2" destOrd="0" presId="urn:microsoft.com/office/officeart/2018/2/layout/IconLabelList"/>
    <dgm:cxn modelId="{ABE6D936-F820-49E2-9AA4-5BF4F79F77A8}" type="presParOf" srcId="{BFBCBC4F-FBD4-45F8-BE1A-A3D87EB496E7}" destId="{4CADAB3D-2A58-41DB-A932-5323B94B23DE}" srcOrd="1" destOrd="0" presId="urn:microsoft.com/office/officeart/2018/2/layout/IconLabelList"/>
    <dgm:cxn modelId="{1B97B076-4D74-4E53-80C2-98E52D45737E}" type="presParOf" srcId="{BFBCBC4F-FBD4-45F8-BE1A-A3D87EB496E7}" destId="{2DE7807C-A32E-421B-9161-1966DDDF9804}" srcOrd="2" destOrd="0" presId="urn:microsoft.com/office/officeart/2018/2/layout/IconLabelList"/>
    <dgm:cxn modelId="{B31383F5-EDB2-4019-B13B-0A420735132E}" type="presParOf" srcId="{2DE7807C-A32E-421B-9161-1966DDDF9804}" destId="{88151597-0B39-4E76-9DA5-4BF27BBBC8B7}" srcOrd="0" destOrd="0" presId="urn:microsoft.com/office/officeart/2018/2/layout/IconLabelList"/>
    <dgm:cxn modelId="{F6073AFC-8A7B-4855-84BB-981F3DFFB8D0}" type="presParOf" srcId="{2DE7807C-A32E-421B-9161-1966DDDF9804}" destId="{C51DC5B3-1BF6-4C81-8D48-005191001AB2}" srcOrd="1" destOrd="0" presId="urn:microsoft.com/office/officeart/2018/2/layout/IconLabelList"/>
    <dgm:cxn modelId="{FC218C72-6047-4367-B241-6E62164EB477}" type="presParOf" srcId="{2DE7807C-A32E-421B-9161-1966DDDF9804}" destId="{5C7FC551-D333-44ED-ACB5-9071133FEBA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A24B56-3EA0-42F0-B917-F834689C3F1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4ECD84D-C08A-4D8E-A826-4C33040EC6DF}">
      <dgm:prSet/>
      <dgm:spPr/>
      <dgm:t>
        <a:bodyPr/>
        <a:lstStyle/>
        <a:p>
          <a:pPr>
            <a:defRPr cap="all"/>
          </a:pPr>
          <a:r>
            <a:rPr lang="en-US"/>
            <a:t>The Nested Cosmos</a:t>
          </a:r>
        </a:p>
      </dgm:t>
    </dgm:pt>
    <dgm:pt modelId="{46B022D7-211A-499A-A900-545EEAEF30AC}" type="parTrans" cxnId="{B52D184F-82D6-4D2B-8C20-A1C8B36B7AFC}">
      <dgm:prSet/>
      <dgm:spPr/>
      <dgm:t>
        <a:bodyPr/>
        <a:lstStyle/>
        <a:p>
          <a:endParaRPr lang="en-US"/>
        </a:p>
      </dgm:t>
    </dgm:pt>
    <dgm:pt modelId="{EF7AFF0D-E214-4F8D-9972-442C170AE234}" type="sibTrans" cxnId="{B52D184F-82D6-4D2B-8C20-A1C8B36B7AFC}">
      <dgm:prSet/>
      <dgm:spPr/>
      <dgm:t>
        <a:bodyPr/>
        <a:lstStyle/>
        <a:p>
          <a:endParaRPr lang="en-US"/>
        </a:p>
      </dgm:t>
    </dgm:pt>
    <dgm:pt modelId="{77AD3144-FCAA-411F-AB0A-EB18CC3C6A05}">
      <dgm:prSet/>
      <dgm:spPr/>
      <dgm:t>
        <a:bodyPr/>
        <a:lstStyle/>
        <a:p>
          <a:pPr>
            <a:defRPr cap="all"/>
          </a:pPr>
          <a:r>
            <a:rPr lang="en-US"/>
            <a:t>Coherent, wave-encoded reality</a:t>
          </a:r>
        </a:p>
      </dgm:t>
    </dgm:pt>
    <dgm:pt modelId="{5145EE5F-B3FC-4D5B-BB13-8722ED55FA5A}" type="parTrans" cxnId="{957AE780-16CA-4B66-BECA-85A0FCF856FE}">
      <dgm:prSet/>
      <dgm:spPr/>
      <dgm:t>
        <a:bodyPr/>
        <a:lstStyle/>
        <a:p>
          <a:endParaRPr lang="en-US"/>
        </a:p>
      </dgm:t>
    </dgm:pt>
    <dgm:pt modelId="{84E41BAA-DFE7-44C7-85A2-D06C5E53535B}" type="sibTrans" cxnId="{957AE780-16CA-4B66-BECA-85A0FCF856FE}">
      <dgm:prSet/>
      <dgm:spPr/>
      <dgm:t>
        <a:bodyPr/>
        <a:lstStyle/>
        <a:p>
          <a:endParaRPr lang="en-US"/>
        </a:p>
      </dgm:t>
    </dgm:pt>
    <dgm:pt modelId="{8B1CF658-2A27-4BD6-80F1-C3659E4866EF}">
      <dgm:prSet/>
      <dgm:spPr/>
      <dgm:t>
        <a:bodyPr/>
        <a:lstStyle/>
        <a:p>
          <a:pPr>
            <a:defRPr cap="all"/>
          </a:pPr>
          <a:r>
            <a:rPr lang="en-US"/>
            <a:t>The holographic universe as an information-rich system.</a:t>
          </a:r>
        </a:p>
      </dgm:t>
    </dgm:pt>
    <dgm:pt modelId="{B06F3BEF-5ADF-4B90-B609-D7D350861D28}" type="parTrans" cxnId="{026DEB51-C4A5-4839-9C44-5D6E0DFB132B}">
      <dgm:prSet/>
      <dgm:spPr/>
      <dgm:t>
        <a:bodyPr/>
        <a:lstStyle/>
        <a:p>
          <a:endParaRPr lang="en-US"/>
        </a:p>
      </dgm:t>
    </dgm:pt>
    <dgm:pt modelId="{9BCDEE91-CA0F-48B8-AD5E-246CB99A6FD4}" type="sibTrans" cxnId="{026DEB51-C4A5-4839-9C44-5D6E0DFB132B}">
      <dgm:prSet/>
      <dgm:spPr/>
      <dgm:t>
        <a:bodyPr/>
        <a:lstStyle/>
        <a:p>
          <a:endParaRPr lang="en-US"/>
        </a:p>
      </dgm:t>
    </dgm:pt>
    <dgm:pt modelId="{F83AA321-EA38-48DC-A3DA-AE3E315DAB89}" type="pres">
      <dgm:prSet presAssocID="{B8A24B56-3EA0-42F0-B917-F834689C3F10}" presName="root" presStyleCnt="0">
        <dgm:presLayoutVars>
          <dgm:dir/>
          <dgm:resizeHandles val="exact"/>
        </dgm:presLayoutVars>
      </dgm:prSet>
      <dgm:spPr/>
    </dgm:pt>
    <dgm:pt modelId="{8BEADA6E-47EB-4663-B07B-25102ADBABCC}" type="pres">
      <dgm:prSet presAssocID="{14ECD84D-C08A-4D8E-A826-4C33040EC6DF}" presName="compNode" presStyleCnt="0"/>
      <dgm:spPr/>
    </dgm:pt>
    <dgm:pt modelId="{05ED65A2-BD38-43EF-A8BC-FDA763512904}" type="pres">
      <dgm:prSet presAssocID="{14ECD84D-C08A-4D8E-A826-4C33040EC6D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8BD56D1-FAE4-4FCA-87C8-23D35A755A54}" type="pres">
      <dgm:prSet presAssocID="{14ECD84D-C08A-4D8E-A826-4C33040EC6D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51AD948A-ACD8-40AE-BB24-C73073272823}" type="pres">
      <dgm:prSet presAssocID="{14ECD84D-C08A-4D8E-A826-4C33040EC6DF}" presName="spaceRect" presStyleCnt="0"/>
      <dgm:spPr/>
    </dgm:pt>
    <dgm:pt modelId="{95FEF80D-5B12-4155-A21B-3EE8C0659C58}" type="pres">
      <dgm:prSet presAssocID="{14ECD84D-C08A-4D8E-A826-4C33040EC6DF}" presName="textRect" presStyleLbl="revTx" presStyleIdx="0" presStyleCnt="3">
        <dgm:presLayoutVars>
          <dgm:chMax val="1"/>
          <dgm:chPref val="1"/>
        </dgm:presLayoutVars>
      </dgm:prSet>
      <dgm:spPr/>
    </dgm:pt>
    <dgm:pt modelId="{8AABE839-B885-41E6-8EA0-07D4778A8270}" type="pres">
      <dgm:prSet presAssocID="{EF7AFF0D-E214-4F8D-9972-442C170AE234}" presName="sibTrans" presStyleCnt="0"/>
      <dgm:spPr/>
    </dgm:pt>
    <dgm:pt modelId="{1CE88138-A611-4151-AC92-18763EFC8552}" type="pres">
      <dgm:prSet presAssocID="{77AD3144-FCAA-411F-AB0A-EB18CC3C6A05}" presName="compNode" presStyleCnt="0"/>
      <dgm:spPr/>
    </dgm:pt>
    <dgm:pt modelId="{693CAA0F-D0F5-47CF-96C1-5326B0B66F9F}" type="pres">
      <dgm:prSet presAssocID="{77AD3144-FCAA-411F-AB0A-EB18CC3C6A05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4C33961-1160-4069-9924-A57CCFD9C253}" type="pres">
      <dgm:prSet presAssocID="{77AD3144-FCAA-411F-AB0A-EB18CC3C6A0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ve"/>
        </a:ext>
      </dgm:extLst>
    </dgm:pt>
    <dgm:pt modelId="{7C18B7A4-EB10-4513-88EE-AC0AAE0FDC33}" type="pres">
      <dgm:prSet presAssocID="{77AD3144-FCAA-411F-AB0A-EB18CC3C6A05}" presName="spaceRect" presStyleCnt="0"/>
      <dgm:spPr/>
    </dgm:pt>
    <dgm:pt modelId="{508CA997-4132-4FA7-BCF3-5BDF9E9653D6}" type="pres">
      <dgm:prSet presAssocID="{77AD3144-FCAA-411F-AB0A-EB18CC3C6A05}" presName="textRect" presStyleLbl="revTx" presStyleIdx="1" presStyleCnt="3">
        <dgm:presLayoutVars>
          <dgm:chMax val="1"/>
          <dgm:chPref val="1"/>
        </dgm:presLayoutVars>
      </dgm:prSet>
      <dgm:spPr/>
    </dgm:pt>
    <dgm:pt modelId="{BACF45FC-2E3C-4FF1-9F3D-F41047142962}" type="pres">
      <dgm:prSet presAssocID="{84E41BAA-DFE7-44C7-85A2-D06C5E53535B}" presName="sibTrans" presStyleCnt="0"/>
      <dgm:spPr/>
    </dgm:pt>
    <dgm:pt modelId="{8C0AA57B-9B6A-461F-B144-C21B61291D4C}" type="pres">
      <dgm:prSet presAssocID="{8B1CF658-2A27-4BD6-80F1-C3659E4866EF}" presName="compNode" presStyleCnt="0"/>
      <dgm:spPr/>
    </dgm:pt>
    <dgm:pt modelId="{ABD3CCB4-5E80-4CF6-B866-83453833BE87}" type="pres">
      <dgm:prSet presAssocID="{8B1CF658-2A27-4BD6-80F1-C3659E4866E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83B36D8-EBE8-4B4D-B02F-3795BC514150}" type="pres">
      <dgm:prSet presAssocID="{8B1CF658-2A27-4BD6-80F1-C3659E4866E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ar system"/>
        </a:ext>
      </dgm:extLst>
    </dgm:pt>
    <dgm:pt modelId="{5E749DD0-9CC6-4EBF-852D-69B06C0AF36F}" type="pres">
      <dgm:prSet presAssocID="{8B1CF658-2A27-4BD6-80F1-C3659E4866EF}" presName="spaceRect" presStyleCnt="0"/>
      <dgm:spPr/>
    </dgm:pt>
    <dgm:pt modelId="{A02E8F46-D7EC-4426-8ED7-04EE7E7A0D71}" type="pres">
      <dgm:prSet presAssocID="{8B1CF658-2A27-4BD6-80F1-C3659E4866E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AC11C2C-CEF0-4C23-9F70-7103E05F924F}" type="presOf" srcId="{B8A24B56-3EA0-42F0-B917-F834689C3F10}" destId="{F83AA321-EA38-48DC-A3DA-AE3E315DAB89}" srcOrd="0" destOrd="0" presId="urn:microsoft.com/office/officeart/2018/5/layout/IconLeafLabelList"/>
    <dgm:cxn modelId="{9EBA8943-AB06-4FF7-B735-4E0F3E927598}" type="presOf" srcId="{14ECD84D-C08A-4D8E-A826-4C33040EC6DF}" destId="{95FEF80D-5B12-4155-A21B-3EE8C0659C58}" srcOrd="0" destOrd="0" presId="urn:microsoft.com/office/officeart/2018/5/layout/IconLeafLabelList"/>
    <dgm:cxn modelId="{B52D184F-82D6-4D2B-8C20-A1C8B36B7AFC}" srcId="{B8A24B56-3EA0-42F0-B917-F834689C3F10}" destId="{14ECD84D-C08A-4D8E-A826-4C33040EC6DF}" srcOrd="0" destOrd="0" parTransId="{46B022D7-211A-499A-A900-545EEAEF30AC}" sibTransId="{EF7AFF0D-E214-4F8D-9972-442C170AE234}"/>
    <dgm:cxn modelId="{026DEB51-C4A5-4839-9C44-5D6E0DFB132B}" srcId="{B8A24B56-3EA0-42F0-B917-F834689C3F10}" destId="{8B1CF658-2A27-4BD6-80F1-C3659E4866EF}" srcOrd="2" destOrd="0" parTransId="{B06F3BEF-5ADF-4B90-B609-D7D350861D28}" sibTransId="{9BCDEE91-CA0F-48B8-AD5E-246CB99A6FD4}"/>
    <dgm:cxn modelId="{957AE780-16CA-4B66-BECA-85A0FCF856FE}" srcId="{B8A24B56-3EA0-42F0-B917-F834689C3F10}" destId="{77AD3144-FCAA-411F-AB0A-EB18CC3C6A05}" srcOrd="1" destOrd="0" parTransId="{5145EE5F-B3FC-4D5B-BB13-8722ED55FA5A}" sibTransId="{84E41BAA-DFE7-44C7-85A2-D06C5E53535B}"/>
    <dgm:cxn modelId="{5040C7AE-9ACA-4EC9-9B58-ED7EE11B9108}" type="presOf" srcId="{77AD3144-FCAA-411F-AB0A-EB18CC3C6A05}" destId="{508CA997-4132-4FA7-BCF3-5BDF9E9653D6}" srcOrd="0" destOrd="0" presId="urn:microsoft.com/office/officeart/2018/5/layout/IconLeafLabelList"/>
    <dgm:cxn modelId="{57B42FFB-DC52-4FB5-A892-34C7AAC87F0F}" type="presOf" srcId="{8B1CF658-2A27-4BD6-80F1-C3659E4866EF}" destId="{A02E8F46-D7EC-4426-8ED7-04EE7E7A0D71}" srcOrd="0" destOrd="0" presId="urn:microsoft.com/office/officeart/2018/5/layout/IconLeafLabelList"/>
    <dgm:cxn modelId="{D4B67F5E-C8FE-4D87-87F4-DB6D46C5B9F2}" type="presParOf" srcId="{F83AA321-EA38-48DC-A3DA-AE3E315DAB89}" destId="{8BEADA6E-47EB-4663-B07B-25102ADBABCC}" srcOrd="0" destOrd="0" presId="urn:microsoft.com/office/officeart/2018/5/layout/IconLeafLabelList"/>
    <dgm:cxn modelId="{21BF484E-E862-407D-B7D6-D6F0A4CB5EF9}" type="presParOf" srcId="{8BEADA6E-47EB-4663-B07B-25102ADBABCC}" destId="{05ED65A2-BD38-43EF-A8BC-FDA763512904}" srcOrd="0" destOrd="0" presId="urn:microsoft.com/office/officeart/2018/5/layout/IconLeafLabelList"/>
    <dgm:cxn modelId="{A43F0E76-0F3C-4E30-8A1D-8CC48774B2C9}" type="presParOf" srcId="{8BEADA6E-47EB-4663-B07B-25102ADBABCC}" destId="{28BD56D1-FAE4-4FCA-87C8-23D35A755A54}" srcOrd="1" destOrd="0" presId="urn:microsoft.com/office/officeart/2018/5/layout/IconLeafLabelList"/>
    <dgm:cxn modelId="{3CCA0BF2-4CE7-412A-BBBE-7EEA2D165A0B}" type="presParOf" srcId="{8BEADA6E-47EB-4663-B07B-25102ADBABCC}" destId="{51AD948A-ACD8-40AE-BB24-C73073272823}" srcOrd="2" destOrd="0" presId="urn:microsoft.com/office/officeart/2018/5/layout/IconLeafLabelList"/>
    <dgm:cxn modelId="{AB486916-440F-41E4-BD7A-DC15085A2DD8}" type="presParOf" srcId="{8BEADA6E-47EB-4663-B07B-25102ADBABCC}" destId="{95FEF80D-5B12-4155-A21B-3EE8C0659C58}" srcOrd="3" destOrd="0" presId="urn:microsoft.com/office/officeart/2018/5/layout/IconLeafLabelList"/>
    <dgm:cxn modelId="{3C5716BB-BEB2-4FD2-B1D2-57BA552ECA9C}" type="presParOf" srcId="{F83AA321-EA38-48DC-A3DA-AE3E315DAB89}" destId="{8AABE839-B885-41E6-8EA0-07D4778A8270}" srcOrd="1" destOrd="0" presId="urn:microsoft.com/office/officeart/2018/5/layout/IconLeafLabelList"/>
    <dgm:cxn modelId="{29D0753C-D217-4B93-B533-A7D8DED7A970}" type="presParOf" srcId="{F83AA321-EA38-48DC-A3DA-AE3E315DAB89}" destId="{1CE88138-A611-4151-AC92-18763EFC8552}" srcOrd="2" destOrd="0" presId="urn:microsoft.com/office/officeart/2018/5/layout/IconLeafLabelList"/>
    <dgm:cxn modelId="{940DA4DD-A210-4299-AFDF-771396B0DDC7}" type="presParOf" srcId="{1CE88138-A611-4151-AC92-18763EFC8552}" destId="{693CAA0F-D0F5-47CF-96C1-5326B0B66F9F}" srcOrd="0" destOrd="0" presId="urn:microsoft.com/office/officeart/2018/5/layout/IconLeafLabelList"/>
    <dgm:cxn modelId="{379F1097-8358-4BF3-A212-F163A0216513}" type="presParOf" srcId="{1CE88138-A611-4151-AC92-18763EFC8552}" destId="{34C33961-1160-4069-9924-A57CCFD9C253}" srcOrd="1" destOrd="0" presId="urn:microsoft.com/office/officeart/2018/5/layout/IconLeafLabelList"/>
    <dgm:cxn modelId="{C80F73C4-066D-4DA6-8BEA-34E84B198B9E}" type="presParOf" srcId="{1CE88138-A611-4151-AC92-18763EFC8552}" destId="{7C18B7A4-EB10-4513-88EE-AC0AAE0FDC33}" srcOrd="2" destOrd="0" presId="urn:microsoft.com/office/officeart/2018/5/layout/IconLeafLabelList"/>
    <dgm:cxn modelId="{D87F9EE8-7E87-4D72-9060-1DC94CBFD5AC}" type="presParOf" srcId="{1CE88138-A611-4151-AC92-18763EFC8552}" destId="{508CA997-4132-4FA7-BCF3-5BDF9E9653D6}" srcOrd="3" destOrd="0" presId="urn:microsoft.com/office/officeart/2018/5/layout/IconLeafLabelList"/>
    <dgm:cxn modelId="{0827DAF3-A01E-49C3-B0CE-19639783B388}" type="presParOf" srcId="{F83AA321-EA38-48DC-A3DA-AE3E315DAB89}" destId="{BACF45FC-2E3C-4FF1-9F3D-F41047142962}" srcOrd="3" destOrd="0" presId="urn:microsoft.com/office/officeart/2018/5/layout/IconLeafLabelList"/>
    <dgm:cxn modelId="{67EEEBBB-9A17-41EC-804B-CFCA8EC58E0F}" type="presParOf" srcId="{F83AA321-EA38-48DC-A3DA-AE3E315DAB89}" destId="{8C0AA57B-9B6A-461F-B144-C21B61291D4C}" srcOrd="4" destOrd="0" presId="urn:microsoft.com/office/officeart/2018/5/layout/IconLeafLabelList"/>
    <dgm:cxn modelId="{B210D048-1996-4B2B-8A12-B857EB7CDE99}" type="presParOf" srcId="{8C0AA57B-9B6A-461F-B144-C21B61291D4C}" destId="{ABD3CCB4-5E80-4CF6-B866-83453833BE87}" srcOrd="0" destOrd="0" presId="urn:microsoft.com/office/officeart/2018/5/layout/IconLeafLabelList"/>
    <dgm:cxn modelId="{4D2ABE4F-810F-4DFE-B83C-58C60EDCB4C3}" type="presParOf" srcId="{8C0AA57B-9B6A-461F-B144-C21B61291D4C}" destId="{183B36D8-EBE8-4B4D-B02F-3795BC514150}" srcOrd="1" destOrd="0" presId="urn:microsoft.com/office/officeart/2018/5/layout/IconLeafLabelList"/>
    <dgm:cxn modelId="{0FF73BCD-7A1F-4EF3-8934-BFFFC43682AE}" type="presParOf" srcId="{8C0AA57B-9B6A-461F-B144-C21B61291D4C}" destId="{5E749DD0-9CC6-4EBF-852D-69B06C0AF36F}" srcOrd="2" destOrd="0" presId="urn:microsoft.com/office/officeart/2018/5/layout/IconLeafLabelList"/>
    <dgm:cxn modelId="{3D3797DC-977D-4E6F-A170-A8020FFC4E73}" type="presParOf" srcId="{8C0AA57B-9B6A-461F-B144-C21B61291D4C}" destId="{A02E8F46-D7EC-4426-8ED7-04EE7E7A0D7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DD61B-3BAE-4872-A7FC-C0BBF5D36262}">
      <dsp:nvSpPr>
        <dsp:cNvPr id="0" name=""/>
        <dsp:cNvSpPr/>
      </dsp:nvSpPr>
      <dsp:spPr>
        <a:xfrm>
          <a:off x="2232464" y="69431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659092-F567-4A96-8A83-4907C44F3E31}">
      <dsp:nvSpPr>
        <dsp:cNvPr id="0" name=""/>
        <dsp:cNvSpPr/>
      </dsp:nvSpPr>
      <dsp:spPr>
        <a:xfrm>
          <a:off x="2700464" y="537431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9E3603-BC15-48E2-AFEE-848C284A714B}">
      <dsp:nvSpPr>
        <dsp:cNvPr id="0" name=""/>
        <dsp:cNvSpPr/>
      </dsp:nvSpPr>
      <dsp:spPr>
        <a:xfrm>
          <a:off x="1530464" y="294943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The universe as a nested, holographic projection</a:t>
          </a:r>
        </a:p>
      </dsp:txBody>
      <dsp:txXfrm>
        <a:off x="1530464" y="2949431"/>
        <a:ext cx="3600000" cy="720000"/>
      </dsp:txXfrm>
    </dsp:sp>
    <dsp:sp modelId="{37FFB5FF-26CB-4241-B363-6282EE31CA32}">
      <dsp:nvSpPr>
        <dsp:cNvPr id="0" name=""/>
        <dsp:cNvSpPr/>
      </dsp:nvSpPr>
      <dsp:spPr>
        <a:xfrm>
          <a:off x="6462464" y="69431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B94AC3-3E7A-43A3-9E48-09F2BF2CFAD0}">
      <dsp:nvSpPr>
        <dsp:cNvPr id="0" name=""/>
        <dsp:cNvSpPr/>
      </dsp:nvSpPr>
      <dsp:spPr>
        <a:xfrm>
          <a:off x="6930464" y="537431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26632-0B15-40FA-B2D1-67CCC053358A}">
      <dsp:nvSpPr>
        <dsp:cNvPr id="0" name=""/>
        <dsp:cNvSpPr/>
      </dsp:nvSpPr>
      <dsp:spPr>
        <a:xfrm>
          <a:off x="5760464" y="294943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Black Holes as information-processing gateways</a:t>
          </a:r>
        </a:p>
      </dsp:txBody>
      <dsp:txXfrm>
        <a:off x="5760464" y="2949431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E219-1907-42A4-A230-EE1682F2B6DC}">
      <dsp:nvSpPr>
        <dsp:cNvPr id="0" name=""/>
        <dsp:cNvSpPr/>
      </dsp:nvSpPr>
      <dsp:spPr>
        <a:xfrm>
          <a:off x="1935463" y="216005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5B7CD-E2CA-4BA2-AFFC-34BFFBE06587}">
      <dsp:nvSpPr>
        <dsp:cNvPr id="0" name=""/>
        <dsp:cNvSpPr/>
      </dsp:nvSpPr>
      <dsp:spPr>
        <a:xfrm>
          <a:off x="747463" y="263015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Entropy                  bounds limit cosmic information capacity.</a:t>
          </a:r>
        </a:p>
      </dsp:txBody>
      <dsp:txXfrm>
        <a:off x="747463" y="2630154"/>
        <a:ext cx="4320000" cy="720000"/>
      </dsp:txXfrm>
    </dsp:sp>
    <dsp:sp modelId="{88151597-0B39-4E76-9DA5-4BF27BBBC8B7}">
      <dsp:nvSpPr>
        <dsp:cNvPr id="0" name=""/>
        <dsp:cNvSpPr/>
      </dsp:nvSpPr>
      <dsp:spPr>
        <a:xfrm>
          <a:off x="7011464" y="216005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FC551-D333-44ED-ACB5-9071133FEBA4}">
      <dsp:nvSpPr>
        <dsp:cNvPr id="0" name=""/>
        <dsp:cNvSpPr/>
      </dsp:nvSpPr>
      <dsp:spPr>
        <a:xfrm>
          <a:off x="5823464" y="263015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Fractals optimize data density.</a:t>
          </a:r>
        </a:p>
      </dsp:txBody>
      <dsp:txXfrm>
        <a:off x="5823464" y="2630154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ED65A2-BD38-43EF-A8BC-FDA763512904}">
      <dsp:nvSpPr>
        <dsp:cNvPr id="0" name=""/>
        <dsp:cNvSpPr/>
      </dsp:nvSpPr>
      <dsp:spPr>
        <a:xfrm>
          <a:off x="686100" y="270178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BD56D1-FAE4-4FCA-87C8-23D35A755A54}">
      <dsp:nvSpPr>
        <dsp:cNvPr id="0" name=""/>
        <dsp:cNvSpPr/>
      </dsp:nvSpPr>
      <dsp:spPr>
        <a:xfrm>
          <a:off x="1080975" y="665053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EF80D-5B12-4155-A21B-3EE8C0659C58}">
      <dsp:nvSpPr>
        <dsp:cNvPr id="0" name=""/>
        <dsp:cNvSpPr/>
      </dsp:nvSpPr>
      <dsp:spPr>
        <a:xfrm>
          <a:off x="93787" y="2700178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The Nested Cosmos</a:t>
          </a:r>
        </a:p>
      </dsp:txBody>
      <dsp:txXfrm>
        <a:off x="93787" y="2700178"/>
        <a:ext cx="3037500" cy="720000"/>
      </dsp:txXfrm>
    </dsp:sp>
    <dsp:sp modelId="{693CAA0F-D0F5-47CF-96C1-5326B0B66F9F}">
      <dsp:nvSpPr>
        <dsp:cNvPr id="0" name=""/>
        <dsp:cNvSpPr/>
      </dsp:nvSpPr>
      <dsp:spPr>
        <a:xfrm>
          <a:off x="4255162" y="270178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C33961-1160-4069-9924-A57CCFD9C253}">
      <dsp:nvSpPr>
        <dsp:cNvPr id="0" name=""/>
        <dsp:cNvSpPr/>
      </dsp:nvSpPr>
      <dsp:spPr>
        <a:xfrm>
          <a:off x="4650037" y="665053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CA997-4132-4FA7-BCF3-5BDF9E9653D6}">
      <dsp:nvSpPr>
        <dsp:cNvPr id="0" name=""/>
        <dsp:cNvSpPr/>
      </dsp:nvSpPr>
      <dsp:spPr>
        <a:xfrm>
          <a:off x="3662850" y="2700178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Coherent, wave-encoded reality</a:t>
          </a:r>
        </a:p>
      </dsp:txBody>
      <dsp:txXfrm>
        <a:off x="3662850" y="2700178"/>
        <a:ext cx="3037500" cy="720000"/>
      </dsp:txXfrm>
    </dsp:sp>
    <dsp:sp modelId="{ABD3CCB4-5E80-4CF6-B866-83453833BE87}">
      <dsp:nvSpPr>
        <dsp:cNvPr id="0" name=""/>
        <dsp:cNvSpPr/>
      </dsp:nvSpPr>
      <dsp:spPr>
        <a:xfrm>
          <a:off x="7824225" y="270178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3B36D8-EBE8-4B4D-B02F-3795BC514150}">
      <dsp:nvSpPr>
        <dsp:cNvPr id="0" name=""/>
        <dsp:cNvSpPr/>
      </dsp:nvSpPr>
      <dsp:spPr>
        <a:xfrm>
          <a:off x="8219100" y="665053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2E8F46-D7EC-4426-8ED7-04EE7E7A0D71}">
      <dsp:nvSpPr>
        <dsp:cNvPr id="0" name=""/>
        <dsp:cNvSpPr/>
      </dsp:nvSpPr>
      <dsp:spPr>
        <a:xfrm>
          <a:off x="7231912" y="2700178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The holographic universe as an information-rich system.</a:t>
          </a:r>
        </a:p>
      </dsp:txBody>
      <dsp:txXfrm>
        <a:off x="7231912" y="2700178"/>
        <a:ext cx="303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1AD9D-839F-495D-93A0-104EC49DF100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4FFF5-4616-4CDD-994B-1F5F8C269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06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a cell. Central hub = black hole. Information projects to boundary. Like a hologram.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Anjamrooz et al, 2011 paper)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4FFF5-4616-4CDD-994B-1F5F8C2699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76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Galaxy distribution isn't random. Macek data proves it's a fractal. This is the 'address system' for the projection.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4FFF5-4616-4CDD-994B-1F5F8C2699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68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Physics has a storage limit (Entropy). Fractal structure is the most efficient way to fit that info into the cell. Lamda is the cosmological constant/vacuum energy density, L is the IR (infrared) cut-off scale (The physical scale (size) of the system/universe.), and </a:t>
            </a:r>
            <a:r>
              <a:rPr lang="en-US" dirty="0" err="1"/>
              <a:t>M_p</a:t>
            </a:r>
            <a:r>
              <a:rPr lang="en-US" dirty="0"/>
              <a:t> is the Planck mass (The fundamental mass scale where gravity and quantum mechanics </a:t>
            </a:r>
            <a:r>
              <a:rPr lang="en-US"/>
              <a:t>meet.) (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Manoharan 2025 pre-print paper).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4FFF5-4616-4CDD-994B-1F5F8C2699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93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5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45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251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69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51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43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0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12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8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213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36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5E86BDA-19BE-504C-C35D-32950C4FF5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859" r="9091" b="19663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3001C9-B2C2-7287-903B-56F841796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The Holographic- Fractal Universe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A58C8C-F565-2E2B-946B-F5CF8A6F3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Zachary Moote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11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E94AA-6BB3-A714-6726-9C88CA15A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The Cellular Gateway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45D5E12-3461-8413-A6D0-0788CCE014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0661796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19888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FC0D9-0096-FA72-613A-08D553616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568" y="1371600"/>
            <a:ext cx="5732441" cy="1097280"/>
          </a:xfrm>
        </p:spPr>
        <p:txBody>
          <a:bodyPr>
            <a:normAutofit/>
          </a:bodyPr>
          <a:lstStyle/>
          <a:p>
            <a:r>
              <a:rPr lang="en-US" dirty="0"/>
              <a:t>The Fractal Signature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A104DE-6034-4DF0-1A06-75091B47D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755449"/>
            <a:ext cx="4235624" cy="255196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D00D77-D299-4699-8F8E-BD436FF71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86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0454F36-5675-FC21-8A7A-27D6160A8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3633965"/>
            <a:ext cx="4235624" cy="12918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CB39B-D57D-3598-E91F-A3A3F6CBA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8568" y="2636205"/>
            <a:ext cx="5732441" cy="36617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Macek &amp; Wójcik (2026) analysis of nearly 800,000* galaxies.</a:t>
            </a:r>
          </a:p>
          <a:p>
            <a:pPr>
              <a:lnSpc>
                <a:spcPct val="110000"/>
              </a:lnSpc>
            </a:pPr>
            <a:r>
              <a:rPr lang="en-US" sz="1700"/>
              <a:t>Large-scale structure follows a multifractal spectrum.</a:t>
            </a:r>
          </a:p>
          <a:p>
            <a:pPr>
              <a:lnSpc>
                <a:spcPct val="110000"/>
              </a:lnSpc>
            </a:pPr>
            <a:endParaRPr lang="en-US" sz="1700"/>
          </a:p>
          <a:p>
            <a:pPr>
              <a:lnSpc>
                <a:spcPct val="110000"/>
              </a:lnSpc>
            </a:pPr>
            <a:endParaRPr lang="en-US" sz="1700"/>
          </a:p>
          <a:p>
            <a:pPr>
              <a:lnSpc>
                <a:spcPct val="110000"/>
              </a:lnSpc>
            </a:pPr>
            <a:endParaRPr lang="en-US" sz="1700"/>
          </a:p>
          <a:p>
            <a:pPr>
              <a:lnSpc>
                <a:spcPct val="110000"/>
              </a:lnSpc>
            </a:pPr>
            <a:endParaRPr lang="en-US" sz="1700"/>
          </a:p>
          <a:p>
            <a:pPr>
              <a:lnSpc>
                <a:spcPct val="110000"/>
              </a:lnSpc>
            </a:pP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* 783,152</a:t>
            </a:r>
          </a:p>
        </p:txBody>
      </p:sp>
    </p:spTree>
    <p:extLst>
      <p:ext uri="{BB962C8B-B14F-4D97-AF65-F5344CB8AC3E}">
        <p14:creationId xmlns:p14="http://schemas.microsoft.com/office/powerpoint/2010/main" val="838706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5ABB7-CB32-7333-6AE7-C06516C5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Mechanism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9C277BF-90D0-39B3-1169-4251791566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3483352"/>
              </p:ext>
            </p:extLst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1BCE073-DD80-1A24-A3CA-738CC75487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563" y="2770773"/>
            <a:ext cx="1123950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64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D719D-A42C-5AF2-0E2F-7668EEA83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5280DE-5B93-7099-4EAA-0019C81CFE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7452765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97397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baef15b-b8de-423f-9d8a-46f3686d8848}" enabled="0" method="" siteId="{2baef15b-b8de-423f-9d8a-46f3686d884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211</Words>
  <Application>Microsoft Office PowerPoint</Application>
  <PresentationFormat>Widescreen</PresentationFormat>
  <Paragraphs>27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Grandview Display</vt:lpstr>
      <vt:lpstr>DashVTI</vt:lpstr>
      <vt:lpstr>The Holographic- Fractal Universe</vt:lpstr>
      <vt:lpstr>The Cellular Gateway</vt:lpstr>
      <vt:lpstr>The Fractal Signature</vt:lpstr>
      <vt:lpstr>The Mechanism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Moote, Zachary</dc:creator>
  <cp:lastModifiedBy>Moote, Zachary</cp:lastModifiedBy>
  <cp:revision>1</cp:revision>
  <dcterms:created xsi:type="dcterms:W3CDTF">2026-04-20T16:59:00Z</dcterms:created>
  <dcterms:modified xsi:type="dcterms:W3CDTF">2026-04-21T13:19:56Z</dcterms:modified>
</cp:coreProperties>
</file>